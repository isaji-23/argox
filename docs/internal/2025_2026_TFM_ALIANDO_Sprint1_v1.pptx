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42" r:id="rId5"/>
    <p:sldId id="354" r:id="rId6"/>
    <p:sldId id="343" r:id="rId7"/>
    <p:sldId id="348" r:id="rId8"/>
    <p:sldId id="349" r:id="rId9"/>
    <p:sldId id="350" r:id="rId10"/>
    <p:sldId id="344" r:id="rId11"/>
    <p:sldId id="345" r:id="rId12"/>
    <p:sldId id="353" r:id="rId13"/>
    <p:sldId id="346" r:id="rId14"/>
    <p:sldId id="347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7EAED"/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2365E-1431-3F5C-5967-3141CB24AA33}" v="1127" dt="2026-04-20T17:29:31.506"/>
    <p1510:client id="{9A0D64AD-50BB-90A1-0E5F-A126741A7B1C}" v="3" dt="2026-04-20T15:59:13.747"/>
    <p1510:client id="{EF3D2396-F503-400B-5D19-3711C0DFA5B9}" v="548" dt="2026-04-20T15:58:00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ngel Toledo Rodelgo" userId="S::angel.toledo@tajamar365.com::51665e91-b3b5-4327-bb62-c102cab24586" providerId="AD" clId="Web-{EF3D2396-F503-400B-5D19-3711C0DFA5B9}"/>
    <pc:docChg chg="addSld delSld modSld sldOrd">
      <pc:chgData name="Ángel Toledo Rodelgo" userId="S::angel.toledo@tajamar365.com::51665e91-b3b5-4327-bb62-c102cab24586" providerId="AD" clId="Web-{EF3D2396-F503-400B-5D19-3711C0DFA5B9}" dt="2026-04-20T15:58:00.960" v="524"/>
      <pc:docMkLst>
        <pc:docMk/>
      </pc:docMkLst>
      <pc:sldChg chg="del">
        <pc:chgData name="Ángel Toledo Rodelgo" userId="S::angel.toledo@tajamar365.com::51665e91-b3b5-4327-bb62-c102cab24586" providerId="AD" clId="Web-{EF3D2396-F503-400B-5D19-3711C0DFA5B9}" dt="2026-04-20T15:32:41.685" v="0"/>
        <pc:sldMkLst>
          <pc:docMk/>
          <pc:sldMk cId="1105161205" sldId="341"/>
        </pc:sldMkLst>
      </pc:sldChg>
      <pc:sldChg chg="modSp">
        <pc:chgData name="Ángel Toledo Rodelgo" userId="S::angel.toledo@tajamar365.com::51665e91-b3b5-4327-bb62-c102cab24586" providerId="AD" clId="Web-{EF3D2396-F503-400B-5D19-3711C0DFA5B9}" dt="2026-04-20T15:34:39.257" v="48" actId="20577"/>
        <pc:sldMkLst>
          <pc:docMk/>
          <pc:sldMk cId="2091130628" sldId="342"/>
        </pc:sldMkLst>
        <pc:spChg chg="mod">
          <ac:chgData name="Ángel Toledo Rodelgo" userId="S::angel.toledo@tajamar365.com::51665e91-b3b5-4327-bb62-c102cab24586" providerId="AD" clId="Web-{EF3D2396-F503-400B-5D19-3711C0DFA5B9}" dt="2026-04-20T15:33:22.705" v="6" actId="20577"/>
          <ac:spMkLst>
            <pc:docMk/>
            <pc:sldMk cId="2091130628" sldId="342"/>
            <ac:spMk id="2" creationId="{332963E6-A052-633C-C788-DA5135657333}"/>
          </ac:spMkLst>
        </pc:spChg>
        <pc:spChg chg="mod">
          <ac:chgData name="Ángel Toledo Rodelgo" userId="S::angel.toledo@tajamar365.com::51665e91-b3b5-4327-bb62-c102cab24586" providerId="AD" clId="Web-{EF3D2396-F503-400B-5D19-3711C0DFA5B9}" dt="2026-04-20T15:34:39.257" v="48" actId="20577"/>
          <ac:spMkLst>
            <pc:docMk/>
            <pc:sldMk cId="2091130628" sldId="342"/>
            <ac:spMk id="3" creationId="{CF62EC59-FC82-88A5-E1B9-7A7BDF23570C}"/>
          </ac:spMkLst>
        </pc:spChg>
      </pc:sldChg>
      <pc:sldChg chg="modSp">
        <pc:chgData name="Ángel Toledo Rodelgo" userId="S::angel.toledo@tajamar365.com::51665e91-b3b5-4327-bb62-c102cab24586" providerId="AD" clId="Web-{EF3D2396-F503-400B-5D19-3711C0DFA5B9}" dt="2026-04-20T15:44:54.886" v="240"/>
        <pc:sldMkLst>
          <pc:docMk/>
          <pc:sldMk cId="3140782076" sldId="343"/>
        </pc:sldMkLst>
        <pc:spChg chg="mod">
          <ac:chgData name="Ángel Toledo Rodelgo" userId="S::angel.toledo@tajamar365.com::51665e91-b3b5-4327-bb62-c102cab24586" providerId="AD" clId="Web-{EF3D2396-F503-400B-5D19-3711C0DFA5B9}" dt="2026-04-20T15:35:12.728" v="50" actId="20577"/>
          <ac:spMkLst>
            <pc:docMk/>
            <pc:sldMk cId="3140782076" sldId="343"/>
            <ac:spMk id="2" creationId="{60EB9941-B1BE-8594-FE78-6BA52CE8A58C}"/>
          </ac:spMkLst>
        </pc:spChg>
        <pc:graphicFrameChg chg="mod modGraphic">
          <ac:chgData name="Ángel Toledo Rodelgo" userId="S::angel.toledo@tajamar365.com::51665e91-b3b5-4327-bb62-c102cab24586" providerId="AD" clId="Web-{EF3D2396-F503-400B-5D19-3711C0DFA5B9}" dt="2026-04-20T15:44:54.886" v="240"/>
          <ac:graphicFrameMkLst>
            <pc:docMk/>
            <pc:sldMk cId="3140782076" sldId="343"/>
            <ac:graphicFrameMk id="7" creationId="{E24CD2C7-911F-B077-B38E-F277E1B182E1}"/>
          </ac:graphicFrameMkLst>
        </pc:graphicFrameChg>
      </pc:sldChg>
      <pc:sldChg chg="modSp">
        <pc:chgData name="Ángel Toledo Rodelgo" userId="S::angel.toledo@tajamar365.com::51665e91-b3b5-4327-bb62-c102cab24586" providerId="AD" clId="Web-{EF3D2396-F503-400B-5D19-3711C0DFA5B9}" dt="2026-04-20T15:56:15.176" v="497"/>
        <pc:sldMkLst>
          <pc:docMk/>
          <pc:sldMk cId="342497446" sldId="344"/>
        </pc:sldMkLst>
        <pc:graphicFrameChg chg="mod modGraphic">
          <ac:chgData name="Ángel Toledo Rodelgo" userId="S::angel.toledo@tajamar365.com::51665e91-b3b5-4327-bb62-c102cab24586" providerId="AD" clId="Web-{EF3D2396-F503-400B-5D19-3711C0DFA5B9}" dt="2026-04-20T15:56:15.176" v="497"/>
          <ac:graphicFrameMkLst>
            <pc:docMk/>
            <pc:sldMk cId="342497446" sldId="344"/>
            <ac:graphicFrameMk id="7" creationId="{C338BE15-D6C1-E673-9546-6986A6893693}"/>
          </ac:graphicFrameMkLst>
        </pc:graphicFrameChg>
      </pc:sldChg>
      <pc:sldChg chg="modSp">
        <pc:chgData name="Ángel Toledo Rodelgo" userId="S::angel.toledo@tajamar365.com::51665e91-b3b5-4327-bb62-c102cab24586" providerId="AD" clId="Web-{EF3D2396-F503-400B-5D19-3711C0DFA5B9}" dt="2026-04-20T15:55:37.987" v="494" actId="20577"/>
        <pc:sldMkLst>
          <pc:docMk/>
          <pc:sldMk cId="1746081556" sldId="345"/>
        </pc:sldMkLst>
        <pc:spChg chg="mod">
          <ac:chgData name="Ángel Toledo Rodelgo" userId="S::angel.toledo@tajamar365.com::51665e91-b3b5-4327-bb62-c102cab24586" providerId="AD" clId="Web-{EF3D2396-F503-400B-5D19-3711C0DFA5B9}" dt="2026-04-20T15:55:37.987" v="494" actId="20577"/>
          <ac:spMkLst>
            <pc:docMk/>
            <pc:sldMk cId="1746081556" sldId="345"/>
            <ac:spMk id="2" creationId="{755CDC3C-C078-3972-F6DA-B4EF6C66901A}"/>
          </ac:spMkLst>
        </pc:spChg>
        <pc:graphicFrameChg chg="mod modGraphic">
          <ac:chgData name="Ángel Toledo Rodelgo" userId="S::angel.toledo@tajamar365.com::51665e91-b3b5-4327-bb62-c102cab24586" providerId="AD" clId="Web-{EF3D2396-F503-400B-5D19-3711C0DFA5B9}" dt="2026-04-20T15:52:07.275" v="448"/>
          <ac:graphicFrameMkLst>
            <pc:docMk/>
            <pc:sldMk cId="1746081556" sldId="345"/>
            <ac:graphicFrameMk id="7" creationId="{46E28C8E-9A09-EEEC-56A1-452C4D84C323}"/>
          </ac:graphicFrameMkLst>
        </pc:graphicFrameChg>
      </pc:sldChg>
      <pc:sldChg chg="modSp">
        <pc:chgData name="Ángel Toledo Rodelgo" userId="S::angel.toledo@tajamar365.com::51665e91-b3b5-4327-bb62-c102cab24586" providerId="AD" clId="Web-{EF3D2396-F503-400B-5D19-3711C0DFA5B9}" dt="2026-04-20T15:53:20.810" v="486" actId="20577"/>
        <pc:sldMkLst>
          <pc:docMk/>
          <pc:sldMk cId="3270943598" sldId="346"/>
        </pc:sldMkLst>
        <pc:spChg chg="mod">
          <ac:chgData name="Ángel Toledo Rodelgo" userId="S::angel.toledo@tajamar365.com::51665e91-b3b5-4327-bb62-c102cab24586" providerId="AD" clId="Web-{EF3D2396-F503-400B-5D19-3711C0DFA5B9}" dt="2026-04-20T15:53:20.810" v="486" actId="20577"/>
          <ac:spMkLst>
            <pc:docMk/>
            <pc:sldMk cId="3270943598" sldId="346"/>
            <ac:spMk id="2" creationId="{4921A526-E7CA-5FF8-66CB-2831F8E02A32}"/>
          </ac:spMkLst>
        </pc:spChg>
        <pc:graphicFrameChg chg="mod modGraphic">
          <ac:chgData name="Ángel Toledo Rodelgo" userId="S::angel.toledo@tajamar365.com::51665e91-b3b5-4327-bb62-c102cab24586" providerId="AD" clId="Web-{EF3D2396-F503-400B-5D19-3711C0DFA5B9}" dt="2026-04-20T15:52:42.230" v="480"/>
          <ac:graphicFrameMkLst>
            <pc:docMk/>
            <pc:sldMk cId="3270943598" sldId="346"/>
            <ac:graphicFrameMk id="7" creationId="{F5E6A0EB-7735-C57C-1044-D8235CB8578C}"/>
          </ac:graphicFrameMkLst>
        </pc:graphicFrameChg>
      </pc:sldChg>
      <pc:sldChg chg="modSp add replId">
        <pc:chgData name="Ángel Toledo Rodelgo" userId="S::angel.toledo@tajamar365.com::51665e91-b3b5-4327-bb62-c102cab24586" providerId="AD" clId="Web-{EF3D2396-F503-400B-5D19-3711C0DFA5B9}" dt="2026-04-20T15:46:44.637" v="252"/>
        <pc:sldMkLst>
          <pc:docMk/>
          <pc:sldMk cId="1302656477" sldId="348"/>
        </pc:sldMkLst>
        <pc:graphicFrameChg chg="mod modGraphic">
          <ac:chgData name="Ángel Toledo Rodelgo" userId="S::angel.toledo@tajamar365.com::51665e91-b3b5-4327-bb62-c102cab24586" providerId="AD" clId="Web-{EF3D2396-F503-400B-5D19-3711C0DFA5B9}" dt="2026-04-20T15:46:44.637" v="252"/>
          <ac:graphicFrameMkLst>
            <pc:docMk/>
            <pc:sldMk cId="1302656477" sldId="348"/>
            <ac:graphicFrameMk id="7" creationId="{18F3252E-766F-516E-AF3D-7351982F4506}"/>
          </ac:graphicFrameMkLst>
        </pc:graphicFrameChg>
      </pc:sldChg>
      <pc:sldChg chg="modSp add replId">
        <pc:chgData name="Ángel Toledo Rodelgo" userId="S::angel.toledo@tajamar365.com::51665e91-b3b5-4327-bb62-c102cab24586" providerId="AD" clId="Web-{EF3D2396-F503-400B-5D19-3711C0DFA5B9}" dt="2026-04-20T15:42:59.306" v="184"/>
        <pc:sldMkLst>
          <pc:docMk/>
          <pc:sldMk cId="2444549642" sldId="349"/>
        </pc:sldMkLst>
        <pc:graphicFrameChg chg="mod modGraphic">
          <ac:chgData name="Ángel Toledo Rodelgo" userId="S::angel.toledo@tajamar365.com::51665e91-b3b5-4327-bb62-c102cab24586" providerId="AD" clId="Web-{EF3D2396-F503-400B-5D19-3711C0DFA5B9}" dt="2026-04-20T15:42:59.306" v="184"/>
          <ac:graphicFrameMkLst>
            <pc:docMk/>
            <pc:sldMk cId="2444549642" sldId="349"/>
            <ac:graphicFrameMk id="7" creationId="{EF3A6DCA-4469-1591-AB9C-803D15439C8F}"/>
          </ac:graphicFrameMkLst>
        </pc:graphicFrameChg>
      </pc:sldChg>
      <pc:sldChg chg="modSp add ord replId">
        <pc:chgData name="Ángel Toledo Rodelgo" userId="S::angel.toledo@tajamar365.com::51665e91-b3b5-4327-bb62-c102cab24586" providerId="AD" clId="Web-{EF3D2396-F503-400B-5D19-3711C0DFA5B9}" dt="2026-04-20T15:54:48.423" v="490"/>
        <pc:sldMkLst>
          <pc:docMk/>
          <pc:sldMk cId="1518511739" sldId="350"/>
        </pc:sldMkLst>
        <pc:graphicFrameChg chg="mod modGraphic">
          <ac:chgData name="Ángel Toledo Rodelgo" userId="S::angel.toledo@tajamar365.com::51665e91-b3b5-4327-bb62-c102cab24586" providerId="AD" clId="Web-{EF3D2396-F503-400B-5D19-3711C0DFA5B9}" dt="2026-04-20T15:54:48.423" v="490"/>
          <ac:graphicFrameMkLst>
            <pc:docMk/>
            <pc:sldMk cId="1518511739" sldId="350"/>
            <ac:graphicFrameMk id="7" creationId="{EBE4DA07-21DD-8B6F-31C9-79A3B4A58EC7}"/>
          </ac:graphicFrameMkLst>
        </pc:graphicFrameChg>
      </pc:sldChg>
      <pc:sldChg chg="modSp add replId">
        <pc:chgData name="Ángel Toledo Rodelgo" userId="S::angel.toledo@tajamar365.com::51665e91-b3b5-4327-bb62-c102cab24586" providerId="AD" clId="Web-{EF3D2396-F503-400B-5D19-3711C0DFA5B9}" dt="2026-04-20T15:58:00.960" v="524"/>
        <pc:sldMkLst>
          <pc:docMk/>
          <pc:sldMk cId="3932524249" sldId="351"/>
        </pc:sldMkLst>
        <pc:spChg chg="mod">
          <ac:chgData name="Ángel Toledo Rodelgo" userId="S::angel.toledo@tajamar365.com::51665e91-b3b5-4327-bb62-c102cab24586" providerId="AD" clId="Web-{EF3D2396-F503-400B-5D19-3711C0DFA5B9}" dt="2026-04-20T15:56:49.739" v="512" actId="20577"/>
          <ac:spMkLst>
            <pc:docMk/>
            <pc:sldMk cId="3932524249" sldId="351"/>
            <ac:spMk id="2" creationId="{704E8AB0-01D9-F6DA-9484-3D62ECF5BF12}"/>
          </ac:spMkLst>
        </pc:spChg>
        <pc:graphicFrameChg chg="mod modGraphic">
          <ac:chgData name="Ángel Toledo Rodelgo" userId="S::angel.toledo@tajamar365.com::51665e91-b3b5-4327-bb62-c102cab24586" providerId="AD" clId="Web-{EF3D2396-F503-400B-5D19-3711C0DFA5B9}" dt="2026-04-20T15:58:00.960" v="524"/>
          <ac:graphicFrameMkLst>
            <pc:docMk/>
            <pc:sldMk cId="3932524249" sldId="351"/>
            <ac:graphicFrameMk id="7" creationId="{1AF2E82F-D7E2-1BAE-8A6B-A547C7E27D0D}"/>
          </ac:graphicFrameMkLst>
        </pc:graphicFrameChg>
      </pc:sldChg>
      <pc:sldChg chg="modSp add del replId">
        <pc:chgData name="Ángel Toledo Rodelgo" userId="S::angel.toledo@tajamar365.com::51665e91-b3b5-4327-bb62-c102cab24586" providerId="AD" clId="Web-{EF3D2396-F503-400B-5D19-3711C0DFA5B9}" dt="2026-04-20T15:57:18.662" v="520"/>
        <pc:sldMkLst>
          <pc:docMk/>
          <pc:sldMk cId="1439429089" sldId="352"/>
        </pc:sldMkLst>
        <pc:graphicFrameChg chg="mod modGraphic">
          <ac:chgData name="Ángel Toledo Rodelgo" userId="S::angel.toledo@tajamar365.com::51665e91-b3b5-4327-bb62-c102cab24586" providerId="AD" clId="Web-{EF3D2396-F503-400B-5D19-3711C0DFA5B9}" dt="2026-04-20T15:57:09.271" v="517"/>
          <ac:graphicFrameMkLst>
            <pc:docMk/>
            <pc:sldMk cId="1439429089" sldId="352"/>
            <ac:graphicFrameMk id="7" creationId="{FFBDB0C0-BD82-5E34-D6CC-F24313287247}"/>
          </ac:graphicFrameMkLst>
        </pc:graphicFrameChg>
      </pc:sldChg>
      <pc:sldChg chg="add del replId">
        <pc:chgData name="Ángel Toledo Rodelgo" userId="S::angel.toledo@tajamar365.com::51665e91-b3b5-4327-bb62-c102cab24586" providerId="AD" clId="Web-{EF3D2396-F503-400B-5D19-3711C0DFA5B9}" dt="2026-04-20T15:57:18.662" v="519"/>
        <pc:sldMkLst>
          <pc:docMk/>
          <pc:sldMk cId="3930017779" sldId="353"/>
        </pc:sldMkLst>
      </pc:sldChg>
    </pc:docChg>
  </pc:docChgLst>
  <pc:docChgLst>
    <pc:chgData name="Ángel Toledo Rodelgo" userId="S::angel.toledo@tajamar365.com::51665e91-b3b5-4327-bb62-c102cab24586" providerId="AD" clId="Web-{9A0D64AD-50BB-90A1-0E5F-A126741A7B1C}"/>
    <pc:docChg chg="modSld">
      <pc:chgData name="Ángel Toledo Rodelgo" userId="S::angel.toledo@tajamar365.com::51665e91-b3b5-4327-bb62-c102cab24586" providerId="AD" clId="Web-{9A0D64AD-50BB-90A1-0E5F-A126741A7B1C}" dt="2026-04-20T15:59:13.747" v="2"/>
      <pc:docMkLst>
        <pc:docMk/>
      </pc:docMkLst>
      <pc:sldChg chg="delSp">
        <pc:chgData name="Ángel Toledo Rodelgo" userId="S::angel.toledo@tajamar365.com::51665e91-b3b5-4327-bb62-c102cab24586" providerId="AD" clId="Web-{9A0D64AD-50BB-90A1-0E5F-A126741A7B1C}" dt="2026-04-20T15:59:13.747" v="2"/>
        <pc:sldMkLst>
          <pc:docMk/>
          <pc:sldMk cId="342497446" sldId="344"/>
        </pc:sldMkLst>
        <pc:spChg chg="del">
          <ac:chgData name="Ángel Toledo Rodelgo" userId="S::angel.toledo@tajamar365.com::51665e91-b3b5-4327-bb62-c102cab24586" providerId="AD" clId="Web-{9A0D64AD-50BB-90A1-0E5F-A126741A7B1C}" dt="2026-04-20T15:59:13.747" v="2"/>
          <ac:spMkLst>
            <pc:docMk/>
            <pc:sldMk cId="342497446" sldId="344"/>
            <ac:spMk id="9" creationId="{76BE5C18-9EBF-BA9C-3DB8-0B0FA16175E1}"/>
          </ac:spMkLst>
        </pc:spChg>
      </pc:sldChg>
      <pc:sldChg chg="delSp modSp">
        <pc:chgData name="Ángel Toledo Rodelgo" userId="S::angel.toledo@tajamar365.com::51665e91-b3b5-4327-bb62-c102cab24586" providerId="AD" clId="Web-{9A0D64AD-50BB-90A1-0E5F-A126741A7B1C}" dt="2026-04-20T15:59:08.575" v="1"/>
        <pc:sldMkLst>
          <pc:docMk/>
          <pc:sldMk cId="1518511739" sldId="350"/>
        </pc:sldMkLst>
        <pc:spChg chg="del mod">
          <ac:chgData name="Ángel Toledo Rodelgo" userId="S::angel.toledo@tajamar365.com::51665e91-b3b5-4327-bb62-c102cab24586" providerId="AD" clId="Web-{9A0D64AD-50BB-90A1-0E5F-A126741A7B1C}" dt="2026-04-20T15:59:08.575" v="1"/>
          <ac:spMkLst>
            <pc:docMk/>
            <pc:sldMk cId="1518511739" sldId="350"/>
            <ac:spMk id="9" creationId="{7896FD74-D036-3200-FA8F-D78EF6489A4D}"/>
          </ac:spMkLst>
        </pc:spChg>
      </pc:sldChg>
    </pc:docChg>
  </pc:docChgLst>
  <pc:docChgLst>
    <pc:chgData name="Ángel Toledo Rodelgo" userId="S::angel.toledo@tajamar365.com::51665e91-b3b5-4327-bb62-c102cab24586" providerId="AD" clId="Web-{9472365E-1431-3F5C-5967-3141CB24AA33}"/>
    <pc:docChg chg="addSld delSld modSld sldOrd">
      <pc:chgData name="Ángel Toledo Rodelgo" userId="S::angel.toledo@tajamar365.com::51665e91-b3b5-4327-bb62-c102cab24586" providerId="AD" clId="Web-{9472365E-1431-3F5C-5967-3141CB24AA33}" dt="2026-04-20T17:29:31.506" v="1109"/>
      <pc:docMkLst>
        <pc:docMk/>
      </pc:docMkLst>
      <pc:sldChg chg="add del">
        <pc:chgData name="Ángel Toledo Rodelgo" userId="S::angel.toledo@tajamar365.com::51665e91-b3b5-4327-bb62-c102cab24586" providerId="AD" clId="Web-{9472365E-1431-3F5C-5967-3141CB24AA33}" dt="2026-04-20T17:12:44.073" v="818"/>
        <pc:sldMkLst>
          <pc:docMk/>
          <pc:sldMk cId="3537835801" sldId="309"/>
        </pc:sldMkLst>
      </pc:sldChg>
      <pc:sldChg chg="modSp del">
        <pc:chgData name="Ángel Toledo Rodelgo" userId="S::angel.toledo@tajamar365.com::51665e91-b3b5-4327-bb62-c102cab24586" providerId="AD" clId="Web-{9472365E-1431-3F5C-5967-3141CB24AA33}" dt="2026-04-20T16:52:13.567" v="153"/>
        <pc:sldMkLst>
          <pc:docMk/>
          <pc:sldMk cId="753733277" sldId="329"/>
        </pc:sldMkLst>
        <pc:spChg chg="mod">
          <ac:chgData name="Ángel Toledo Rodelgo" userId="S::angel.toledo@tajamar365.com::51665e91-b3b5-4327-bb62-c102cab24586" providerId="AD" clId="Web-{9472365E-1431-3F5C-5967-3141CB24AA33}" dt="2026-04-20T16:50:50.561" v="151" actId="20577"/>
          <ac:spMkLst>
            <pc:docMk/>
            <pc:sldMk cId="753733277" sldId="329"/>
            <ac:spMk id="4" creationId="{5A8E3520-B110-86F2-AC41-4F23B2B6F8EB}"/>
          </ac:spMkLst>
        </pc:spChg>
      </pc:sldChg>
      <pc:sldChg chg="addSp delSp modSp">
        <pc:chgData name="Ángel Toledo Rodelgo" userId="S::angel.toledo@tajamar365.com::51665e91-b3b5-4327-bb62-c102cab24586" providerId="AD" clId="Web-{9472365E-1431-3F5C-5967-3141CB24AA33}" dt="2026-04-20T17:12:39.791" v="817"/>
        <pc:sldMkLst>
          <pc:docMk/>
          <pc:sldMk cId="2091130628" sldId="342"/>
        </pc:sldMkLst>
        <pc:spChg chg="mod">
          <ac:chgData name="Ángel Toledo Rodelgo" userId="S::angel.toledo@tajamar365.com::51665e91-b3b5-4327-bb62-c102cab24586" providerId="AD" clId="Web-{9472365E-1431-3F5C-5967-3141CB24AA33}" dt="2026-04-20T16:38:37.627" v="57" actId="20577"/>
          <ac:spMkLst>
            <pc:docMk/>
            <pc:sldMk cId="2091130628" sldId="342"/>
            <ac:spMk id="3" creationId="{CF62EC59-FC82-88A5-E1B9-7A7BDF23570C}"/>
          </ac:spMkLst>
        </pc:spChg>
        <pc:spChg chg="add del mod">
          <ac:chgData name="Ángel Toledo Rodelgo" userId="S::angel.toledo@tajamar365.com::51665e91-b3b5-4327-bb62-c102cab24586" providerId="AD" clId="Web-{9472365E-1431-3F5C-5967-3141CB24AA33}" dt="2026-04-20T17:11:50.993" v="794"/>
          <ac:spMkLst>
            <pc:docMk/>
            <pc:sldMk cId="2091130628" sldId="342"/>
            <ac:spMk id="5" creationId="{2238A488-21E6-095F-EC4D-8BB3ED49730F}"/>
          </ac:spMkLst>
        </pc:spChg>
        <pc:spChg chg="del">
          <ac:chgData name="Ángel Toledo Rodelgo" userId="S::angel.toledo@tajamar365.com::51665e91-b3b5-4327-bb62-c102cab24586" providerId="AD" clId="Web-{9472365E-1431-3F5C-5967-3141CB24AA33}" dt="2026-04-20T16:51:06.547" v="152"/>
          <ac:spMkLst>
            <pc:docMk/>
            <pc:sldMk cId="2091130628" sldId="342"/>
            <ac:spMk id="6" creationId="{365BB1B7-3B57-DFF4-DCB9-2DD559333886}"/>
          </ac:spMkLst>
        </pc:spChg>
        <pc:spChg chg="add del mod">
          <ac:chgData name="Ángel Toledo Rodelgo" userId="S::angel.toledo@tajamar365.com::51665e91-b3b5-4327-bb62-c102cab24586" providerId="AD" clId="Web-{9472365E-1431-3F5C-5967-3141CB24AA33}" dt="2026-04-20T17:12:39.791" v="817"/>
          <ac:spMkLst>
            <pc:docMk/>
            <pc:sldMk cId="2091130628" sldId="342"/>
            <ac:spMk id="10" creationId="{D660A4B8-4D1A-68F7-DEC6-495D4634D344}"/>
          </ac:spMkLst>
        </pc:spChg>
        <pc:picChg chg="add del mod ord">
          <ac:chgData name="Ángel Toledo Rodelgo" userId="S::angel.toledo@tajamar365.com::51665e91-b3b5-4327-bb62-c102cab24586" providerId="AD" clId="Web-{9472365E-1431-3F5C-5967-3141CB24AA33}" dt="2026-04-20T17:11:50.493" v="793"/>
          <ac:picMkLst>
            <pc:docMk/>
            <pc:sldMk cId="2091130628" sldId="342"/>
            <ac:picMk id="7" creationId="{3B92D38B-D22A-4097-0CCE-390423C9DC9E}"/>
          </ac:picMkLst>
        </pc:picChg>
        <pc:picChg chg="add del">
          <ac:chgData name="Ángel Toledo Rodelgo" userId="S::angel.toledo@tajamar365.com::51665e91-b3b5-4327-bb62-c102cab24586" providerId="AD" clId="Web-{9472365E-1431-3F5C-5967-3141CB24AA33}" dt="2026-04-20T17:12:03.884" v="813"/>
          <ac:picMkLst>
            <pc:docMk/>
            <pc:sldMk cId="2091130628" sldId="342"/>
            <ac:picMk id="8" creationId="{791207AC-4128-EB3A-576C-BA3DFB73C0AB}"/>
          </ac:picMkLst>
        </pc:picChg>
        <pc:picChg chg="add mod ord">
          <ac:chgData name="Ángel Toledo Rodelgo" userId="S::angel.toledo@tajamar365.com::51665e91-b3b5-4327-bb62-c102cab24586" providerId="AD" clId="Web-{9472365E-1431-3F5C-5967-3141CB24AA33}" dt="2026-04-20T17:12:39.791" v="817"/>
          <ac:picMkLst>
            <pc:docMk/>
            <pc:sldMk cId="2091130628" sldId="342"/>
            <ac:picMk id="11" creationId="{BEE62217-F68E-0AC9-0A98-700A273078ED}"/>
          </ac:picMkLst>
        </pc:picChg>
      </pc:sldChg>
      <pc:sldChg chg="modSp">
        <pc:chgData name="Ángel Toledo Rodelgo" userId="S::angel.toledo@tajamar365.com::51665e91-b3b5-4327-bb62-c102cab24586" providerId="AD" clId="Web-{9472365E-1431-3F5C-5967-3141CB24AA33}" dt="2026-04-20T17:28:05.127" v="1100"/>
        <pc:sldMkLst>
          <pc:docMk/>
          <pc:sldMk cId="3140782076" sldId="343"/>
        </pc:sldMkLst>
        <pc:spChg chg="mod">
          <ac:chgData name="Ángel Toledo Rodelgo" userId="S::angel.toledo@tajamar365.com::51665e91-b3b5-4327-bb62-c102cab24586" providerId="AD" clId="Web-{9472365E-1431-3F5C-5967-3141CB24AA33}" dt="2026-04-20T17:23:35.562" v="961" actId="20577"/>
          <ac:spMkLst>
            <pc:docMk/>
            <pc:sldMk cId="3140782076" sldId="343"/>
            <ac:spMk id="2" creationId="{60EB9941-B1BE-8594-FE78-6BA52CE8A58C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01.557" v="141" actId="20577"/>
          <ac:spMkLst>
            <pc:docMk/>
            <pc:sldMk cId="3140782076" sldId="343"/>
            <ac:spMk id="5" creationId="{68D6B37D-5C90-93ED-0119-FE1B5890D6D0}"/>
          </ac:spMkLst>
        </pc:spChg>
        <pc:graphicFrameChg chg="modGraphic">
          <ac:chgData name="Ángel Toledo Rodelgo" userId="S::angel.toledo@tajamar365.com::51665e91-b3b5-4327-bb62-c102cab24586" providerId="AD" clId="Web-{9472365E-1431-3F5C-5967-3141CB24AA33}" dt="2026-04-20T17:28:05.127" v="1100"/>
          <ac:graphicFrameMkLst>
            <pc:docMk/>
            <pc:sldMk cId="3140782076" sldId="343"/>
            <ac:graphicFrameMk id="7" creationId="{E24CD2C7-911F-B077-B38E-F277E1B182E1}"/>
          </ac:graphicFrameMkLst>
        </pc:graphicFrameChg>
      </pc:sldChg>
      <pc:sldChg chg="modSp">
        <pc:chgData name="Ángel Toledo Rodelgo" userId="S::angel.toledo@tajamar365.com::51665e91-b3b5-4327-bb62-c102cab24586" providerId="AD" clId="Web-{9472365E-1431-3F5C-5967-3141CB24AA33}" dt="2026-04-20T16:53:53.572" v="183" actId="20577"/>
        <pc:sldMkLst>
          <pc:docMk/>
          <pc:sldMk cId="342497446" sldId="344"/>
        </pc:sldMkLst>
        <pc:spChg chg="mod">
          <ac:chgData name="Ángel Toledo Rodelgo" userId="S::angel.toledo@tajamar365.com::51665e91-b3b5-4327-bb62-c102cab24586" providerId="AD" clId="Web-{9472365E-1431-3F5C-5967-3141CB24AA33}" dt="2026-04-20T16:53:53.572" v="183" actId="20577"/>
          <ac:spMkLst>
            <pc:docMk/>
            <pc:sldMk cId="342497446" sldId="344"/>
            <ac:spMk id="2" creationId="{6021DB7C-D067-16E9-8776-3CEC62F02C7C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28.278" v="145" actId="20577"/>
          <ac:spMkLst>
            <pc:docMk/>
            <pc:sldMk cId="342497446" sldId="344"/>
            <ac:spMk id="5" creationId="{A4417D7B-965B-8E1D-C920-8C7362EBAD20}"/>
          </ac:spMkLst>
        </pc:spChg>
      </pc:sldChg>
      <pc:sldChg chg="addSp delSp modSp">
        <pc:chgData name="Ángel Toledo Rodelgo" userId="S::angel.toledo@tajamar365.com::51665e91-b3b5-4327-bb62-c102cab24586" providerId="AD" clId="Web-{9472365E-1431-3F5C-5967-3141CB24AA33}" dt="2026-04-20T17:09:28.455" v="757"/>
        <pc:sldMkLst>
          <pc:docMk/>
          <pc:sldMk cId="1746081556" sldId="345"/>
        </pc:sldMkLst>
        <pc:spChg chg="mod">
          <ac:chgData name="Ángel Toledo Rodelgo" userId="S::angel.toledo@tajamar365.com::51665e91-b3b5-4327-bb62-c102cab24586" providerId="AD" clId="Web-{9472365E-1431-3F5C-5967-3141CB24AA33}" dt="2026-04-20T16:53:58.932" v="185" actId="20577"/>
          <ac:spMkLst>
            <pc:docMk/>
            <pc:sldMk cId="1746081556" sldId="345"/>
            <ac:spMk id="2" creationId="{755CDC3C-C078-3972-F6DA-B4EF6C66901A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08:46.624" v="714"/>
          <ac:spMkLst>
            <pc:docMk/>
            <pc:sldMk cId="1746081556" sldId="345"/>
            <ac:spMk id="3" creationId="{36F3065A-B596-7089-9AB5-C1F1BDED5211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31.294" v="146" actId="20577"/>
          <ac:spMkLst>
            <pc:docMk/>
            <pc:sldMk cId="1746081556" sldId="345"/>
            <ac:spMk id="5" creationId="{6544CD63-6837-4D04-4F86-405B8E9190A3}"/>
          </ac:spMkLst>
        </pc:spChg>
        <pc:spChg chg="add mod">
          <ac:chgData name="Ángel Toledo Rodelgo" userId="S::angel.toledo@tajamar365.com::51665e91-b3b5-4327-bb62-c102cab24586" providerId="AD" clId="Web-{9472365E-1431-3F5C-5967-3141CB24AA33}" dt="2026-04-20T17:09:08.641" v="730" actId="20577"/>
          <ac:spMkLst>
            <pc:docMk/>
            <pc:sldMk cId="1746081556" sldId="345"/>
            <ac:spMk id="8" creationId="{BF1F9FAF-C52C-1BCC-136B-8B7E078A66DE}"/>
          </ac:spMkLst>
        </pc:spChg>
        <pc:graphicFrameChg chg="mod modGraphic">
          <ac:chgData name="Ángel Toledo Rodelgo" userId="S::angel.toledo@tajamar365.com::51665e91-b3b5-4327-bb62-c102cab24586" providerId="AD" clId="Web-{9472365E-1431-3F5C-5967-3141CB24AA33}" dt="2026-04-20T17:08:47.421" v="715" actId="1076"/>
          <ac:graphicFrameMkLst>
            <pc:docMk/>
            <pc:sldMk cId="1746081556" sldId="345"/>
            <ac:graphicFrameMk id="7" creationId="{46E28C8E-9A09-EEEC-56A1-452C4D84C323}"/>
          </ac:graphicFrameMkLst>
        </pc:graphicFrameChg>
        <pc:graphicFrameChg chg="add mod modGraphic">
          <ac:chgData name="Ángel Toledo Rodelgo" userId="S::angel.toledo@tajamar365.com::51665e91-b3b5-4327-bb62-c102cab24586" providerId="AD" clId="Web-{9472365E-1431-3F5C-5967-3141CB24AA33}" dt="2026-04-20T17:09:28.455" v="757"/>
          <ac:graphicFrameMkLst>
            <pc:docMk/>
            <pc:sldMk cId="1746081556" sldId="345"/>
            <ac:graphicFrameMk id="10" creationId="{C8525C32-36EC-9F31-08D3-C4F85D0E87DF}"/>
          </ac:graphicFrameMkLst>
        </pc:graphicFrameChg>
      </pc:sldChg>
      <pc:sldChg chg="delSp modSp">
        <pc:chgData name="Ángel Toledo Rodelgo" userId="S::angel.toledo@tajamar365.com::51665e91-b3b5-4327-bb62-c102cab24586" providerId="AD" clId="Web-{9472365E-1431-3F5C-5967-3141CB24AA33}" dt="2026-04-20T17:24:05.268" v="977" actId="20577"/>
        <pc:sldMkLst>
          <pc:docMk/>
          <pc:sldMk cId="3270943598" sldId="346"/>
        </pc:sldMkLst>
        <pc:spChg chg="mod">
          <ac:chgData name="Ángel Toledo Rodelgo" userId="S::angel.toledo@tajamar365.com::51665e91-b3b5-4327-bb62-c102cab24586" providerId="AD" clId="Web-{9472365E-1431-3F5C-5967-3141CB24AA33}" dt="2026-04-20T17:24:05.268" v="977" actId="20577"/>
          <ac:spMkLst>
            <pc:docMk/>
            <pc:sldMk cId="3270943598" sldId="346"/>
            <ac:spMk id="2" creationId="{4921A526-E7CA-5FF8-66CB-2831F8E02A32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38.904" v="149" actId="20577"/>
          <ac:spMkLst>
            <pc:docMk/>
            <pc:sldMk cId="3270943598" sldId="346"/>
            <ac:spMk id="5" creationId="{3B3B3BF2-300B-54CE-850C-B8418488A45F}"/>
          </ac:spMkLst>
        </pc:spChg>
        <pc:spChg chg="del">
          <ac:chgData name="Ángel Toledo Rodelgo" userId="S::angel.toledo@tajamar365.com::51665e91-b3b5-4327-bb62-c102cab24586" providerId="AD" clId="Web-{9472365E-1431-3F5C-5967-3141CB24AA33}" dt="2026-04-20T17:23:56.486" v="964"/>
          <ac:spMkLst>
            <pc:docMk/>
            <pc:sldMk cId="3270943598" sldId="346"/>
            <ac:spMk id="9" creationId="{4F9E28DE-94FA-58AD-DE4B-D0204B97DD3E}"/>
          </ac:spMkLst>
        </pc:spChg>
      </pc:sldChg>
      <pc:sldChg chg="modSp">
        <pc:chgData name="Ángel Toledo Rodelgo" userId="S::angel.toledo@tajamar365.com::51665e91-b3b5-4327-bb62-c102cab24586" providerId="AD" clId="Web-{9472365E-1431-3F5C-5967-3141CB24AA33}" dt="2026-04-20T16:54:14.042" v="192" actId="20577"/>
        <pc:sldMkLst>
          <pc:docMk/>
          <pc:sldMk cId="113733109" sldId="347"/>
        </pc:sldMkLst>
        <pc:spChg chg="mod">
          <ac:chgData name="Ángel Toledo Rodelgo" userId="S::angel.toledo@tajamar365.com::51665e91-b3b5-4327-bb62-c102cab24586" providerId="AD" clId="Web-{9472365E-1431-3F5C-5967-3141CB24AA33}" dt="2026-04-20T16:54:14.042" v="192" actId="20577"/>
          <ac:spMkLst>
            <pc:docMk/>
            <pc:sldMk cId="113733109" sldId="347"/>
            <ac:spMk id="2" creationId="{BDB4648E-1C6F-8D05-9947-9BDDA87DAC4A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41.936" v="150" actId="20577"/>
          <ac:spMkLst>
            <pc:docMk/>
            <pc:sldMk cId="113733109" sldId="347"/>
            <ac:spMk id="4" creationId="{1D80C1E3-815C-6AF2-7FD1-D27830A6A446}"/>
          </ac:spMkLst>
        </pc:spChg>
      </pc:sldChg>
      <pc:sldChg chg="modSp">
        <pc:chgData name="Ángel Toledo Rodelgo" userId="S::angel.toledo@tajamar365.com::51665e91-b3b5-4327-bb62-c102cab24586" providerId="AD" clId="Web-{9472365E-1431-3F5C-5967-3141CB24AA33}" dt="2026-04-20T17:23:40.625" v="962" actId="20577"/>
        <pc:sldMkLst>
          <pc:docMk/>
          <pc:sldMk cId="1302656477" sldId="348"/>
        </pc:sldMkLst>
        <pc:spChg chg="mod">
          <ac:chgData name="Ángel Toledo Rodelgo" userId="S::angel.toledo@tajamar365.com::51665e91-b3b5-4327-bb62-c102cab24586" providerId="AD" clId="Web-{9472365E-1431-3F5C-5967-3141CB24AA33}" dt="2026-04-20T17:23:40.625" v="962" actId="20577"/>
          <ac:spMkLst>
            <pc:docMk/>
            <pc:sldMk cId="1302656477" sldId="348"/>
            <ac:spMk id="2" creationId="{066879AF-D759-55B0-9A9F-DE35A26E76D3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14.574" v="142" actId="20577"/>
          <ac:spMkLst>
            <pc:docMk/>
            <pc:sldMk cId="1302656477" sldId="348"/>
            <ac:spMk id="5" creationId="{08EDB4E5-21B3-375D-E12D-DC89C3078D03}"/>
          </ac:spMkLst>
        </pc:spChg>
      </pc:sldChg>
      <pc:sldChg chg="modSp">
        <pc:chgData name="Ángel Toledo Rodelgo" userId="S::angel.toledo@tajamar365.com::51665e91-b3b5-4327-bb62-c102cab24586" providerId="AD" clId="Web-{9472365E-1431-3F5C-5967-3141CB24AA33}" dt="2026-04-20T17:23:45.688" v="963" actId="20577"/>
        <pc:sldMkLst>
          <pc:docMk/>
          <pc:sldMk cId="2444549642" sldId="349"/>
        </pc:sldMkLst>
        <pc:spChg chg="mod">
          <ac:chgData name="Ángel Toledo Rodelgo" userId="S::angel.toledo@tajamar365.com::51665e91-b3b5-4327-bb62-c102cab24586" providerId="AD" clId="Web-{9472365E-1431-3F5C-5967-3141CB24AA33}" dt="2026-04-20T17:23:45.688" v="963" actId="20577"/>
          <ac:spMkLst>
            <pc:docMk/>
            <pc:sldMk cId="2444549642" sldId="349"/>
            <ac:spMk id="2" creationId="{6272C7A8-BB65-1E55-DEAF-9F6FBA297872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18.512" v="143" actId="20577"/>
          <ac:spMkLst>
            <pc:docMk/>
            <pc:sldMk cId="2444549642" sldId="349"/>
            <ac:spMk id="5" creationId="{0164CFE3-1582-8F5A-7AE0-E21D242F9ABF}"/>
          </ac:spMkLst>
        </pc:spChg>
      </pc:sldChg>
      <pc:sldChg chg="modSp">
        <pc:chgData name="Ángel Toledo Rodelgo" userId="S::angel.toledo@tajamar365.com::51665e91-b3b5-4327-bb62-c102cab24586" providerId="AD" clId="Web-{9472365E-1431-3F5C-5967-3141CB24AA33}" dt="2026-04-20T16:53:44.291" v="181" actId="20577"/>
        <pc:sldMkLst>
          <pc:docMk/>
          <pc:sldMk cId="1518511739" sldId="350"/>
        </pc:sldMkLst>
        <pc:spChg chg="mod">
          <ac:chgData name="Ángel Toledo Rodelgo" userId="S::angel.toledo@tajamar365.com::51665e91-b3b5-4327-bb62-c102cab24586" providerId="AD" clId="Web-{9472365E-1431-3F5C-5967-3141CB24AA33}" dt="2026-04-20T16:53:44.291" v="181" actId="20577"/>
          <ac:spMkLst>
            <pc:docMk/>
            <pc:sldMk cId="1518511739" sldId="350"/>
            <ac:spMk id="2" creationId="{762B1EDB-8E58-80E9-5B09-44B2422744D1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22.481" v="144" actId="20577"/>
          <ac:spMkLst>
            <pc:docMk/>
            <pc:sldMk cId="1518511739" sldId="350"/>
            <ac:spMk id="5" creationId="{634FA6BB-F8A7-5BD0-7BA8-C26FBACD97D6}"/>
          </ac:spMkLst>
        </pc:spChg>
      </pc:sldChg>
      <pc:sldChg chg="modSp del">
        <pc:chgData name="Ángel Toledo Rodelgo" userId="S::angel.toledo@tajamar365.com::51665e91-b3b5-4327-bb62-c102cab24586" providerId="AD" clId="Web-{9472365E-1431-3F5C-5967-3141CB24AA33}" dt="2026-04-20T17:09:54.190" v="759"/>
        <pc:sldMkLst>
          <pc:docMk/>
          <pc:sldMk cId="3932524249" sldId="351"/>
        </pc:sldMkLst>
        <pc:spChg chg="mod">
          <ac:chgData name="Ángel Toledo Rodelgo" userId="S::angel.toledo@tajamar365.com::51665e91-b3b5-4327-bb62-c102cab24586" providerId="AD" clId="Web-{9472365E-1431-3F5C-5967-3141CB24AA33}" dt="2026-04-20T16:54:02.198" v="187" actId="20577"/>
          <ac:spMkLst>
            <pc:docMk/>
            <pc:sldMk cId="3932524249" sldId="351"/>
            <ac:spMk id="2" creationId="{704E8AB0-01D9-F6DA-9484-3D62ECF5BF12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6:50:35.779" v="148" actId="20577"/>
          <ac:spMkLst>
            <pc:docMk/>
            <pc:sldMk cId="3932524249" sldId="351"/>
            <ac:spMk id="5" creationId="{1CADE395-D9C8-970A-A08E-BD68FB6D0771}"/>
          </ac:spMkLst>
        </pc:spChg>
      </pc:sldChg>
      <pc:sldChg chg="addSp delSp modSp add del mod ord replId setBg">
        <pc:chgData name="Ángel Toledo Rodelgo" userId="S::angel.toledo@tajamar365.com::51665e91-b3b5-4327-bb62-c102cab24586" providerId="AD" clId="Web-{9472365E-1431-3F5C-5967-3141CB24AA33}" dt="2026-04-20T17:21:45.692" v="894"/>
        <pc:sldMkLst>
          <pc:docMk/>
          <pc:sldMk cId="751144670" sldId="352"/>
        </pc:sldMkLst>
        <pc:spChg chg="mod ord">
          <ac:chgData name="Ángel Toledo Rodelgo" userId="S::angel.toledo@tajamar365.com::51665e91-b3b5-4327-bb62-c102cab24586" providerId="AD" clId="Web-{9472365E-1431-3F5C-5967-3141CB24AA33}" dt="2026-04-20T17:20:41.660" v="889"/>
          <ac:spMkLst>
            <pc:docMk/>
            <pc:sldMk cId="751144670" sldId="352"/>
            <ac:spMk id="2" creationId="{18FBFF0C-C915-01DE-3CC8-3ACB737E0B0A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7:20:41.660" v="889"/>
          <ac:spMkLst>
            <pc:docMk/>
            <pc:sldMk cId="751144670" sldId="352"/>
            <ac:spMk id="4" creationId="{037B47A9-ABBA-DE31-4AFA-FF6F46F5F309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7:20:41.660" v="889"/>
          <ac:spMkLst>
            <pc:docMk/>
            <pc:sldMk cId="751144670" sldId="352"/>
            <ac:spMk id="5" creationId="{45AFADAA-87F3-3D22-A131-A4D9D81ECDD4}"/>
          </ac:spMkLst>
        </pc:spChg>
        <pc:spChg chg="mod">
          <ac:chgData name="Ángel Toledo Rodelgo" userId="S::angel.toledo@tajamar365.com::51665e91-b3b5-4327-bb62-c102cab24586" providerId="AD" clId="Web-{9472365E-1431-3F5C-5967-3141CB24AA33}" dt="2026-04-20T17:20:41.660" v="889"/>
          <ac:spMkLst>
            <pc:docMk/>
            <pc:sldMk cId="751144670" sldId="352"/>
            <ac:spMk id="6" creationId="{2B75BE19-A967-BDC6-5018-EF1C2283B99B}"/>
          </ac:spMkLst>
        </pc:spChg>
        <pc:spChg chg="add del mod">
          <ac:chgData name="Ángel Toledo Rodelgo" userId="S::angel.toledo@tajamar365.com::51665e91-b3b5-4327-bb62-c102cab24586" providerId="AD" clId="Web-{9472365E-1431-3F5C-5967-3141CB24AA33}" dt="2026-04-20T17:13:44.215" v="823"/>
          <ac:spMkLst>
            <pc:docMk/>
            <pc:sldMk cId="751144670" sldId="352"/>
            <ac:spMk id="8" creationId="{F627EC4D-A423-DB78-3B13-557C59470769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0:08.816" v="878"/>
          <ac:spMkLst>
            <pc:docMk/>
            <pc:sldMk cId="751144670" sldId="352"/>
            <ac:spMk id="15" creationId="{257363FD-7E77-4145-9483-331A807ADF0E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0:10.222" v="880"/>
          <ac:spMkLst>
            <pc:docMk/>
            <pc:sldMk cId="751144670" sldId="352"/>
            <ac:spMk id="17" creationId="{42A4FC2C-047E-45A5-965D-8E1E3BF09BC6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0:41.660" v="889"/>
          <ac:spMkLst>
            <pc:docMk/>
            <pc:sldMk cId="751144670" sldId="352"/>
            <ac:spMk id="19" creationId="{257363FD-7E77-4145-9483-331A807ADF0E}"/>
          </ac:spMkLst>
        </pc:spChg>
        <pc:spChg chg="add del mod">
          <ac:chgData name="Ángel Toledo Rodelgo" userId="S::angel.toledo@tajamar365.com::51665e91-b3b5-4327-bb62-c102cab24586" providerId="AD" clId="Web-{9472365E-1431-3F5C-5967-3141CB24AA33}" dt="2026-04-20T17:14:10.716" v="825"/>
          <ac:spMkLst>
            <pc:docMk/>
            <pc:sldMk cId="751144670" sldId="352"/>
            <ac:spMk id="28" creationId="{59C9587D-77A9-A784-C1AD-1AE058A5EFCF}"/>
          </ac:spMkLst>
        </pc:spChg>
        <pc:spChg chg="add del mod">
          <ac:chgData name="Ángel Toledo Rodelgo" userId="S::angel.toledo@tajamar365.com::51665e91-b3b5-4327-bb62-c102cab24586" providerId="AD" clId="Web-{9472365E-1431-3F5C-5967-3141CB24AA33}" dt="2026-04-20T17:14:37.373" v="827"/>
          <ac:spMkLst>
            <pc:docMk/>
            <pc:sldMk cId="751144670" sldId="352"/>
            <ac:spMk id="46" creationId="{356A9E6A-F2BA-6190-E786-1D4226294431}"/>
          </ac:spMkLst>
        </pc:spChg>
        <pc:graphicFrameChg chg="del mod modGraphic">
          <ac:chgData name="Ángel Toledo Rodelgo" userId="S::angel.toledo@tajamar365.com::51665e91-b3b5-4327-bb62-c102cab24586" providerId="AD" clId="Web-{9472365E-1431-3F5C-5967-3141CB24AA33}" dt="2026-04-20T16:53:09.148" v="172"/>
          <ac:graphicFrameMkLst>
            <pc:docMk/>
            <pc:sldMk cId="751144670" sldId="352"/>
            <ac:graphicFrameMk id="7" creationId="{25DE55FB-17E1-E5D0-50E5-CEFAA2DFCF04}"/>
          </ac:graphicFrameMkLst>
        </pc:graphicFrameChg>
        <pc:graphicFrameChg chg="add del mod modGraphic">
          <ac:chgData name="Ángel Toledo Rodelgo" userId="S::angel.toledo@tajamar365.com::51665e91-b3b5-4327-bb62-c102cab24586" providerId="AD" clId="Web-{9472365E-1431-3F5C-5967-3141CB24AA33}" dt="2026-04-20T17:21:32.395" v="893"/>
          <ac:graphicFrameMkLst>
            <pc:docMk/>
            <pc:sldMk cId="751144670" sldId="352"/>
            <ac:graphicFrameMk id="10" creationId="{4078D610-65D2-5EA9-B17D-4D36ED301CD7}"/>
          </ac:graphicFrameMkLst>
        </pc:graphicFrameChg>
        <pc:picChg chg="add del mod">
          <ac:chgData name="Ángel Toledo Rodelgo" userId="S::angel.toledo@tajamar365.com::51665e91-b3b5-4327-bb62-c102cab24586" providerId="AD" clId="Web-{9472365E-1431-3F5C-5967-3141CB24AA33}" dt="2026-04-20T17:13:21.871" v="822"/>
          <ac:picMkLst>
            <pc:docMk/>
            <pc:sldMk cId="751144670" sldId="352"/>
            <ac:picMk id="9" creationId="{1137A7E0-A727-12C7-0EC7-2662C06CE329}"/>
          </ac:picMkLst>
        </pc:picChg>
        <pc:picChg chg="add del mod">
          <ac:chgData name="Ángel Toledo Rodelgo" userId="S::angel.toledo@tajamar365.com::51665e91-b3b5-4327-bb62-c102cab24586" providerId="AD" clId="Web-{9472365E-1431-3F5C-5967-3141CB24AA33}" dt="2026-04-20T17:16:38.703" v="860"/>
          <ac:picMkLst>
            <pc:docMk/>
            <pc:sldMk cId="751144670" sldId="352"/>
            <ac:picMk id="587" creationId="{CBC22FF7-37C6-6A68-46EF-0F112D57CD64}"/>
          </ac:picMkLst>
        </pc:picChg>
      </pc:sldChg>
      <pc:sldChg chg="new del">
        <pc:chgData name="Ángel Toledo Rodelgo" userId="S::angel.toledo@tajamar365.com::51665e91-b3b5-4327-bb62-c102cab24586" providerId="AD" clId="Web-{9472365E-1431-3F5C-5967-3141CB24AA33}" dt="2026-04-20T16:52:43.194" v="155"/>
        <pc:sldMkLst>
          <pc:docMk/>
          <pc:sldMk cId="2407940387" sldId="352"/>
        </pc:sldMkLst>
      </pc:sldChg>
      <pc:sldChg chg="addSp delSp modSp add del replId">
        <pc:chgData name="Ángel Toledo Rodelgo" userId="S::angel.toledo@tajamar365.com::51665e91-b3b5-4327-bb62-c102cab24586" providerId="AD" clId="Web-{9472365E-1431-3F5C-5967-3141CB24AA33}" dt="2026-04-20T17:09:34.314" v="758"/>
        <pc:sldMkLst>
          <pc:docMk/>
          <pc:sldMk cId="645127408" sldId="353"/>
        </pc:sldMkLst>
        <pc:spChg chg="add del mod">
          <ac:chgData name="Ángel Toledo Rodelgo" userId="S::angel.toledo@tajamar365.com::51665e91-b3b5-4327-bb62-c102cab24586" providerId="AD" clId="Web-{9472365E-1431-3F5C-5967-3141CB24AA33}" dt="2026-04-20T17:07:13.148" v="702"/>
          <ac:spMkLst>
            <pc:docMk/>
            <pc:sldMk cId="645127408" sldId="353"/>
            <ac:spMk id="8" creationId="{4733AB38-77E3-CFE7-7F6D-144884C90696}"/>
          </ac:spMkLst>
        </pc:spChg>
        <pc:graphicFrameChg chg="del">
          <ac:chgData name="Ángel Toledo Rodelgo" userId="S::angel.toledo@tajamar365.com::51665e91-b3b5-4327-bb62-c102cab24586" providerId="AD" clId="Web-{9472365E-1431-3F5C-5967-3141CB24AA33}" dt="2026-04-20T17:07:11.163" v="701"/>
          <ac:graphicFrameMkLst>
            <pc:docMk/>
            <pc:sldMk cId="645127408" sldId="353"/>
            <ac:graphicFrameMk id="7" creationId="{B59D0B7E-24D0-2E8E-C03B-1C36DE96AC02}"/>
          </ac:graphicFrameMkLst>
        </pc:graphicFrameChg>
        <pc:graphicFrameChg chg="add mod ord modGraphic">
          <ac:chgData name="Ángel Toledo Rodelgo" userId="S::angel.toledo@tajamar365.com::51665e91-b3b5-4327-bb62-c102cab24586" providerId="AD" clId="Web-{9472365E-1431-3F5C-5967-3141CB24AA33}" dt="2026-04-20T17:09:16.329" v="748"/>
          <ac:graphicFrameMkLst>
            <pc:docMk/>
            <pc:sldMk cId="645127408" sldId="353"/>
            <ac:graphicFrameMk id="10" creationId="{49DBE944-FE03-DE5C-FE57-CAB74403426C}"/>
          </ac:graphicFrameMkLst>
        </pc:graphicFrameChg>
      </pc:sldChg>
      <pc:sldChg chg="modSp add replId">
        <pc:chgData name="Ángel Toledo Rodelgo" userId="S::angel.toledo@tajamar365.com::51665e91-b3b5-4327-bb62-c102cab24586" providerId="AD" clId="Web-{9472365E-1431-3F5C-5967-3141CB24AA33}" dt="2026-04-20T17:11:59.071" v="812"/>
        <pc:sldMkLst>
          <pc:docMk/>
          <pc:sldMk cId="2776343032" sldId="353"/>
        </pc:sldMkLst>
        <pc:spChg chg="mod">
          <ac:chgData name="Ángel Toledo Rodelgo" userId="S::angel.toledo@tajamar365.com::51665e91-b3b5-4327-bb62-c102cab24586" providerId="AD" clId="Web-{9472365E-1431-3F5C-5967-3141CB24AA33}" dt="2026-04-20T17:10:06.254" v="766" actId="20577"/>
          <ac:spMkLst>
            <pc:docMk/>
            <pc:sldMk cId="2776343032" sldId="353"/>
            <ac:spMk id="2" creationId="{3DCF50D1-F9E4-3394-598E-1A2641D25F36}"/>
          </ac:spMkLst>
        </pc:spChg>
        <pc:graphicFrameChg chg="mod modGraphic">
          <ac:chgData name="Ángel Toledo Rodelgo" userId="S::angel.toledo@tajamar365.com::51665e91-b3b5-4327-bb62-c102cab24586" providerId="AD" clId="Web-{9472365E-1431-3F5C-5967-3141CB24AA33}" dt="2026-04-20T17:10:12.238" v="770"/>
          <ac:graphicFrameMkLst>
            <pc:docMk/>
            <pc:sldMk cId="2776343032" sldId="353"/>
            <ac:graphicFrameMk id="7" creationId="{772A4254-81DD-30DD-A307-5EDD3960A785}"/>
          </ac:graphicFrameMkLst>
        </pc:graphicFrameChg>
        <pc:graphicFrameChg chg="mod modGraphic">
          <ac:chgData name="Ángel Toledo Rodelgo" userId="S::angel.toledo@tajamar365.com::51665e91-b3b5-4327-bb62-c102cab24586" providerId="AD" clId="Web-{9472365E-1431-3F5C-5967-3141CB24AA33}" dt="2026-04-20T17:11:59.071" v="812"/>
          <ac:graphicFrameMkLst>
            <pc:docMk/>
            <pc:sldMk cId="2776343032" sldId="353"/>
            <ac:graphicFrameMk id="10" creationId="{05E5A897-0146-0DC0-7D32-98AC2784F425}"/>
          </ac:graphicFrameMkLst>
        </pc:graphicFrameChg>
      </pc:sldChg>
      <pc:sldChg chg="addSp delSp modSp new mod modClrScheme chgLayout">
        <pc:chgData name="Ángel Toledo Rodelgo" userId="S::angel.toledo@tajamar365.com::51665e91-b3b5-4327-bb62-c102cab24586" providerId="AD" clId="Web-{9472365E-1431-3F5C-5967-3141CB24AA33}" dt="2026-04-20T17:29:31.506" v="1109"/>
        <pc:sldMkLst>
          <pc:docMk/>
          <pc:sldMk cId="391129598" sldId="354"/>
        </pc:sldMkLst>
        <pc:spChg chg="mod ord">
          <ac:chgData name="Ángel Toledo Rodelgo" userId="S::angel.toledo@tajamar365.com::51665e91-b3b5-4327-bb62-c102cab24586" providerId="AD" clId="Web-{9472365E-1431-3F5C-5967-3141CB24AA33}" dt="2026-04-20T17:29:20.459" v="1108" actId="20577"/>
          <ac:spMkLst>
            <pc:docMk/>
            <pc:sldMk cId="391129598" sldId="354"/>
            <ac:spMk id="2" creationId="{B1C669B7-2A4E-D0E7-B157-DC6D9F799891}"/>
          </ac:spMkLst>
        </pc:spChg>
        <pc:spChg chg="del mod ord">
          <ac:chgData name="Ángel Toledo Rodelgo" userId="S::angel.toledo@tajamar365.com::51665e91-b3b5-4327-bb62-c102cab24586" providerId="AD" clId="Web-{9472365E-1431-3F5C-5967-3141CB24AA33}" dt="2026-04-20T17:28:59.177" v="1106"/>
          <ac:spMkLst>
            <pc:docMk/>
            <pc:sldMk cId="391129598" sldId="354"/>
            <ac:spMk id="3" creationId="{C786AE9D-B5B3-525D-E899-2F6418EB53F4}"/>
          </ac:spMkLst>
        </pc:spChg>
        <pc:spChg chg="del">
          <ac:chgData name="Ángel Toledo Rodelgo" userId="S::angel.toledo@tajamar365.com::51665e91-b3b5-4327-bb62-c102cab24586" providerId="AD" clId="Web-{9472365E-1431-3F5C-5967-3141CB24AA33}" dt="2026-04-20T17:27:16.016" v="1089"/>
          <ac:spMkLst>
            <pc:docMk/>
            <pc:sldMk cId="391129598" sldId="354"/>
            <ac:spMk id="4" creationId="{86A0137F-8DA0-B639-BBC8-D41D3E469430}"/>
          </ac:spMkLst>
        </pc:spChg>
        <pc:spChg chg="add">
          <ac:chgData name="Ángel Toledo Rodelgo" userId="S::angel.toledo@tajamar365.com::51665e91-b3b5-4327-bb62-c102cab24586" providerId="AD" clId="Web-{9472365E-1431-3F5C-5967-3141CB24AA33}" dt="2026-04-20T17:27:31.423" v="1097"/>
          <ac:spMkLst>
            <pc:docMk/>
            <pc:sldMk cId="391129598" sldId="354"/>
            <ac:spMk id="5" creationId="{BACC6370-2D7E-4714-9D71-7542949D7D5D}"/>
          </ac:spMkLst>
        </pc:spChg>
        <pc:spChg chg="add mod">
          <ac:chgData name="Ángel Toledo Rodelgo" userId="S::angel.toledo@tajamar365.com::51665e91-b3b5-4327-bb62-c102cab24586" providerId="AD" clId="Web-{9472365E-1431-3F5C-5967-3141CB24AA33}" dt="2026-04-20T17:29:09.693" v="1107" actId="1076"/>
          <ac:spMkLst>
            <pc:docMk/>
            <pc:sldMk cId="391129598" sldId="354"/>
            <ac:spMk id="6" creationId="{8415E710-7715-BA96-FB2E-D963D4D351C4}"/>
          </ac:spMkLst>
        </pc:spChg>
        <pc:spChg chg="add mod ord">
          <ac:chgData name="Ángel Toledo Rodelgo" userId="S::angel.toledo@tajamar365.com::51665e91-b3b5-4327-bb62-c102cab24586" providerId="AD" clId="Web-{9472365E-1431-3F5C-5967-3141CB24AA33}" dt="2026-04-20T17:29:31.506" v="1109"/>
          <ac:spMkLst>
            <pc:docMk/>
            <pc:sldMk cId="391129598" sldId="354"/>
            <ac:spMk id="7" creationId="{459D2665-0428-3606-B098-F7F307E966D0}"/>
          </ac:spMkLst>
        </pc:spChg>
      </pc:sldChg>
      <pc:sldChg chg="new del">
        <pc:chgData name="Ángel Toledo Rodelgo" userId="S::angel.toledo@tajamar365.com::51665e91-b3b5-4327-bb62-c102cab24586" providerId="AD" clId="Web-{9472365E-1431-3F5C-5967-3141CB24AA33}" dt="2026-04-20T17:21:53.724" v="896"/>
        <pc:sldMkLst>
          <pc:docMk/>
          <pc:sldMk cId="2019262095" sldId="354"/>
        </pc:sldMkLst>
      </pc:sldChg>
      <pc:sldChg chg="addSp delSp modSp new del mod ord setBg">
        <pc:chgData name="Ángel Toledo Rodelgo" userId="S::angel.toledo@tajamar365.com::51665e91-b3b5-4327-bb62-c102cab24586" providerId="AD" clId="Web-{9472365E-1431-3F5C-5967-3141CB24AA33}" dt="2026-04-20T17:27:08.156" v="1087"/>
        <pc:sldMkLst>
          <pc:docMk/>
          <pc:sldMk cId="2210187073" sldId="354"/>
        </pc:sldMkLst>
        <pc:spChg chg="mod">
          <ac:chgData name="Ángel Toledo Rodelgo" userId="S::angel.toledo@tajamar365.com::51665e91-b3b5-4327-bb62-c102cab24586" providerId="AD" clId="Web-{9472365E-1431-3F5C-5967-3141CB24AA33}" dt="2026-04-20T17:25:40.213" v="1015" actId="20577"/>
          <ac:spMkLst>
            <pc:docMk/>
            <pc:sldMk cId="2210187073" sldId="354"/>
            <ac:spMk id="2" creationId="{F7CE729A-8BD7-3328-0224-F21CA3B7ABCA}"/>
          </ac:spMkLst>
        </pc:spChg>
        <pc:spChg chg="del mod">
          <ac:chgData name="Ángel Toledo Rodelgo" userId="S::angel.toledo@tajamar365.com::51665e91-b3b5-4327-bb62-c102cab24586" providerId="AD" clId="Web-{9472365E-1431-3F5C-5967-3141CB24AA33}" dt="2026-04-20T17:24:53.616" v="1000"/>
          <ac:spMkLst>
            <pc:docMk/>
            <pc:sldMk cId="2210187073" sldId="354"/>
            <ac:spMk id="3" creationId="{2235C187-CD7F-D76E-E212-0FF7D7F19069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5:20.759" v="1002"/>
          <ac:spMkLst>
            <pc:docMk/>
            <pc:sldMk cId="2210187073" sldId="354"/>
            <ac:spMk id="9" creationId="{BACC6370-2D7E-4714-9D71-7542949D7D5D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5:20.759" v="1002"/>
          <ac:spMkLst>
            <pc:docMk/>
            <pc:sldMk cId="2210187073" sldId="354"/>
            <ac:spMk id="11" creationId="{F68B3F68-107C-434F-AA38-110D5EA91B85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5:20.759" v="1002"/>
          <ac:spMkLst>
            <pc:docMk/>
            <pc:sldMk cId="2210187073" sldId="354"/>
            <ac:spMk id="13" creationId="{AAD0DBB9-1A4B-4391-81D4-CB19F9AB918A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5:20.759" v="1002"/>
          <ac:spMkLst>
            <pc:docMk/>
            <pc:sldMk cId="2210187073" sldId="354"/>
            <ac:spMk id="15" creationId="{063BBA22-50EA-4C4D-BE05-F1CE4E63AA56}"/>
          </ac:spMkLst>
        </pc:spChg>
        <pc:spChg chg="add del">
          <ac:chgData name="Ángel Toledo Rodelgo" userId="S::angel.toledo@tajamar365.com::51665e91-b3b5-4327-bb62-c102cab24586" providerId="AD" clId="Web-{9472365E-1431-3F5C-5967-3141CB24AA33}" dt="2026-04-20T17:27:04.984" v="1086"/>
          <ac:spMkLst>
            <pc:docMk/>
            <pc:sldMk cId="2210187073" sldId="354"/>
            <ac:spMk id="20" creationId="{BACC6370-2D7E-4714-9D71-7542949D7D5D}"/>
          </ac:spMkLst>
        </pc:spChg>
        <pc:spChg chg="add">
          <ac:chgData name="Ángel Toledo Rodelgo" userId="S::angel.toledo@tajamar365.com::51665e91-b3b5-4327-bb62-c102cab24586" providerId="AD" clId="Web-{9472365E-1431-3F5C-5967-3141CB24AA33}" dt="2026-04-20T17:25:20.759" v="1002"/>
          <ac:spMkLst>
            <pc:docMk/>
            <pc:sldMk cId="2210187073" sldId="354"/>
            <ac:spMk id="22" creationId="{F68B3F68-107C-434F-AA38-110D5EA91B85}"/>
          </ac:spMkLst>
        </pc:spChg>
        <pc:spChg chg="add">
          <ac:chgData name="Ángel Toledo Rodelgo" userId="S::angel.toledo@tajamar365.com::51665e91-b3b5-4327-bb62-c102cab24586" providerId="AD" clId="Web-{9472365E-1431-3F5C-5967-3141CB24AA33}" dt="2026-04-20T17:25:20.759" v="1002"/>
          <ac:spMkLst>
            <pc:docMk/>
            <pc:sldMk cId="2210187073" sldId="354"/>
            <ac:spMk id="24" creationId="{AAD0DBB9-1A4B-4391-81D4-CB19F9AB918A}"/>
          </ac:spMkLst>
        </pc:spChg>
        <pc:spChg chg="add">
          <ac:chgData name="Ángel Toledo Rodelgo" userId="S::angel.toledo@tajamar365.com::51665e91-b3b5-4327-bb62-c102cab24586" providerId="AD" clId="Web-{9472365E-1431-3F5C-5967-3141CB24AA33}" dt="2026-04-20T17:25:20.759" v="1002"/>
          <ac:spMkLst>
            <pc:docMk/>
            <pc:sldMk cId="2210187073" sldId="354"/>
            <ac:spMk id="26" creationId="{063BBA22-50EA-4C4D-BE05-F1CE4E63AA56}"/>
          </ac:spMkLst>
        </pc:spChg>
        <pc:spChg chg="add del mod">
          <ac:chgData name="Ángel Toledo Rodelgo" userId="S::angel.toledo@tajamar365.com::51665e91-b3b5-4327-bb62-c102cab24586" providerId="AD" clId="Web-{9472365E-1431-3F5C-5967-3141CB24AA33}" dt="2026-04-20T17:27:04.984" v="1085"/>
          <ac:spMkLst>
            <pc:docMk/>
            <pc:sldMk cId="2210187073" sldId="354"/>
            <ac:spMk id="33" creationId="{8415E710-7715-BA96-FB2E-D963D4D351C4}"/>
          </ac:spMkLst>
        </pc:spChg>
        <pc:spChg chg="add mod">
          <ac:chgData name="Ángel Toledo Rodelgo" userId="S::angel.toledo@tajamar365.com::51665e91-b3b5-4327-bb62-c102cab24586" providerId="AD" clId="Web-{9472365E-1431-3F5C-5967-3141CB24AA33}" dt="2026-04-20T17:27:04.984" v="1085"/>
          <ac:spMkLst>
            <pc:docMk/>
            <pc:sldMk cId="2210187073" sldId="354"/>
            <ac:spMk id="35" creationId="{9D60B4A6-DDBD-5454-735A-CBB342F61C19}"/>
          </ac:spMkLst>
        </pc:spChg>
        <pc:graphicFrameChg chg="add del mod modGraphic">
          <ac:chgData name="Ángel Toledo Rodelgo" userId="S::angel.toledo@tajamar365.com::51665e91-b3b5-4327-bb62-c102cab24586" providerId="AD" clId="Web-{9472365E-1431-3F5C-5967-3141CB24AA33}" dt="2026-04-20T17:25:47.667" v="1016"/>
          <ac:graphicFrameMkLst>
            <pc:docMk/>
            <pc:sldMk cId="2210187073" sldId="354"/>
            <ac:graphicFrameMk id="5" creationId="{3E2418D5-33E2-B980-C02A-D69C51961242}"/>
          </ac:graphicFrameMkLst>
        </pc:graphicFrameChg>
      </pc:sldChg>
    </pc:docChg>
  </pc:docChgLst>
  <pc:docChgLst>
    <pc:chgData name="Ángel Toledo Rodelgo" userId="S::angel.toledo@tajamar365.com::51665e91-b3b5-4327-bb62-c102cab24586" providerId="AD" clId="Web-{4B9B1B3E-10A8-D191-F3F1-CA534F44BAEC}"/>
    <pc:docChg chg="addSld delSld">
      <pc:chgData name="Ángel Toledo Rodelgo" userId="S::angel.toledo@tajamar365.com::51665e91-b3b5-4327-bb62-c102cab24586" providerId="AD" clId="Web-{4B9B1B3E-10A8-D191-F3F1-CA534F44BAEC}" dt="2026-04-13T15:42:02.911" v="8"/>
      <pc:docMkLst>
        <pc:docMk/>
      </pc:docMkLst>
      <pc:sldChg chg="add">
        <pc:chgData name="Ángel Toledo Rodelgo" userId="S::angel.toledo@tajamar365.com::51665e91-b3b5-4327-bb62-c102cab24586" providerId="AD" clId="Web-{4B9B1B3E-10A8-D191-F3F1-CA534F44BAEC}" dt="2026-04-13T15:41:56.957" v="0"/>
        <pc:sldMkLst>
          <pc:docMk/>
          <pc:sldMk cId="753733277" sldId="329"/>
        </pc:sldMkLst>
      </pc:sldChg>
      <pc:sldChg chg="add">
        <pc:chgData name="Ángel Toledo Rodelgo" userId="S::angel.toledo@tajamar365.com::51665e91-b3b5-4327-bb62-c102cab24586" providerId="AD" clId="Web-{4B9B1B3E-10A8-D191-F3F1-CA534F44BAEC}" dt="2026-04-13T15:41:57.238" v="2"/>
        <pc:sldMkLst>
          <pc:docMk/>
          <pc:sldMk cId="2091130628" sldId="342"/>
        </pc:sldMkLst>
      </pc:sldChg>
      <pc:sldChg chg="add">
        <pc:chgData name="Ángel Toledo Rodelgo" userId="S::angel.toledo@tajamar365.com::51665e91-b3b5-4327-bb62-c102cab24586" providerId="AD" clId="Web-{4B9B1B3E-10A8-D191-F3F1-CA534F44BAEC}" dt="2026-04-13T15:41:57.348" v="3"/>
        <pc:sldMkLst>
          <pc:docMk/>
          <pc:sldMk cId="3140782076" sldId="343"/>
        </pc:sldMkLst>
      </pc:sldChg>
      <pc:sldChg chg="add">
        <pc:chgData name="Ángel Toledo Rodelgo" userId="S::angel.toledo@tajamar365.com::51665e91-b3b5-4327-bb62-c102cab24586" providerId="AD" clId="Web-{4B9B1B3E-10A8-D191-F3F1-CA534F44BAEC}" dt="2026-04-13T15:41:57.395" v="4"/>
        <pc:sldMkLst>
          <pc:docMk/>
          <pc:sldMk cId="342497446" sldId="344"/>
        </pc:sldMkLst>
      </pc:sldChg>
      <pc:sldChg chg="add">
        <pc:chgData name="Ángel Toledo Rodelgo" userId="S::angel.toledo@tajamar365.com::51665e91-b3b5-4327-bb62-c102cab24586" providerId="AD" clId="Web-{4B9B1B3E-10A8-D191-F3F1-CA534F44BAEC}" dt="2026-04-13T15:41:57.473" v="5"/>
        <pc:sldMkLst>
          <pc:docMk/>
          <pc:sldMk cId="1746081556" sldId="345"/>
        </pc:sldMkLst>
      </pc:sldChg>
      <pc:sldChg chg="add">
        <pc:chgData name="Ángel Toledo Rodelgo" userId="S::angel.toledo@tajamar365.com::51665e91-b3b5-4327-bb62-c102cab24586" providerId="AD" clId="Web-{4B9B1B3E-10A8-D191-F3F1-CA534F44BAEC}" dt="2026-04-13T15:41:57.535" v="6"/>
        <pc:sldMkLst>
          <pc:docMk/>
          <pc:sldMk cId="3270943598" sldId="346"/>
        </pc:sldMkLst>
      </pc:sldChg>
      <pc:sldChg chg="add">
        <pc:chgData name="Ángel Toledo Rodelgo" userId="S::angel.toledo@tajamar365.com::51665e91-b3b5-4327-bb62-c102cab24586" providerId="AD" clId="Web-{4B9B1B3E-10A8-D191-F3F1-CA534F44BAEC}" dt="2026-04-13T15:41:57.598" v="7"/>
        <pc:sldMkLst>
          <pc:docMk/>
          <pc:sldMk cId="113733109" sldId="347"/>
        </pc:sldMkLst>
      </pc:sldChg>
      <pc:sldMasterChg chg="addSldLayout">
        <pc:chgData name="Ángel Toledo Rodelgo" userId="S::angel.toledo@tajamar365.com::51665e91-b3b5-4327-bb62-c102cab24586" providerId="AD" clId="Web-{4B9B1B3E-10A8-D191-F3F1-CA534F44BAEC}" dt="2026-04-13T15:41:57.238" v="2"/>
        <pc:sldMasterMkLst>
          <pc:docMk/>
          <pc:sldMasterMk cId="2933118997" sldId="2147483648"/>
        </pc:sldMasterMkLst>
        <pc:sldLayoutChg chg="add">
          <pc:chgData name="Ángel Toledo Rodelgo" userId="S::angel.toledo@tajamar365.com::51665e91-b3b5-4327-bb62-c102cab24586" providerId="AD" clId="Web-{4B9B1B3E-10A8-D191-F3F1-CA534F44BAEC}" dt="2026-04-13T15:41:56.957" v="0"/>
          <pc:sldLayoutMkLst>
            <pc:docMk/>
            <pc:sldMasterMk cId="2933118997" sldId="2147483648"/>
            <pc:sldLayoutMk cId="3904217789" sldId="2147483660"/>
          </pc:sldLayoutMkLst>
        </pc:sldLayoutChg>
        <pc:sldLayoutChg chg="add">
          <pc:chgData name="Ángel Toledo Rodelgo" userId="S::angel.toledo@tajamar365.com::51665e91-b3b5-4327-bb62-c102cab24586" providerId="AD" clId="Web-{4B9B1B3E-10A8-D191-F3F1-CA534F44BAEC}" dt="2026-04-13T15:41:57.238" v="2"/>
          <pc:sldLayoutMkLst>
            <pc:docMk/>
            <pc:sldMasterMk cId="2933118997" sldId="2147483648"/>
            <pc:sldLayoutMk cId="1400914939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3"/>
          <p:cNvSpPr>
            <a:spLocks noGrp="1"/>
          </p:cNvSpPr>
          <p:nvPr>
            <p:ph type="title"/>
          </p:nvPr>
        </p:nvSpPr>
        <p:spPr>
          <a:xfrm>
            <a:off x="341194" y="3814618"/>
            <a:ext cx="4932769" cy="1876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b="1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7E5C0C-AF2F-45DB-A41F-668029C7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41E1C624-B35C-4095-AD5B-B728FF140345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A252AC-3676-4D96-AAC5-9E46C555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/>
              <a:t>Empresa - Nombre Iniciativa - Product Backlog - 2025 2026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758F49-0F44-4F28-90C7-6F9E0BB2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09ACAB2F-0430-4028-AC03-61B925D765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217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01B4F-A316-FD92-7A74-6022EC5F8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338" y="1122363"/>
            <a:ext cx="9202087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F58D30-661A-89A0-6343-A5AA575A7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5377" y="3602038"/>
            <a:ext cx="5762625" cy="1655762"/>
          </a:xfrm>
        </p:spPr>
        <p:txBody>
          <a:bodyPr anchor="b"/>
          <a:lstStyle>
            <a:lvl1pPr marL="0" indent="0" algn="l">
              <a:buNone/>
              <a:defRPr sz="180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98B9F737-DCE5-7532-C235-905A8EE56C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7276" y="3602037"/>
            <a:ext cx="3743325" cy="2655888"/>
          </a:xfr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pic>
        <p:nvPicPr>
          <p:cNvPr id="2050" name="Picture 2" descr="Tajamar - educaweb.com">
            <a:extLst>
              <a:ext uri="{FF2B5EF4-FFF2-40B4-BE49-F238E27FC236}">
                <a16:creationId xmlns:a16="http://schemas.microsoft.com/office/drawing/2014/main" id="{A16A9D73-23FB-233C-0008-837137C6B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810" y="1425704"/>
            <a:ext cx="1784805" cy="76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undación Alfonso Martín Escudero">
            <a:extLst>
              <a:ext uri="{FF2B5EF4-FFF2-40B4-BE49-F238E27FC236}">
                <a16:creationId xmlns:a16="http://schemas.microsoft.com/office/drawing/2014/main" id="{7F99CA06-41C5-ADA4-1310-695D8249E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425" y="2493962"/>
            <a:ext cx="19335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91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208B-626C-8714-329B-4AB21DDF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963E6-A052-633C-C788-DA5135657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err="1"/>
              <a:t>Argox</a:t>
            </a:r>
            <a:r>
              <a:rPr lang="es-ES"/>
              <a:t> PB</a:t>
            </a:r>
            <a:br>
              <a:rPr lang="es-ES"/>
            </a:br>
            <a:r>
              <a:rPr lang="es-ES"/>
              <a:t>Sprint 1 – </a:t>
            </a:r>
            <a:r>
              <a:rPr lang="es-ES">
                <a:latin typeface="Aptos Display"/>
              </a:rPr>
              <a:t>Core y </a:t>
            </a:r>
            <a:r>
              <a:rPr lang="es-ES" err="1">
                <a:latin typeface="Aptos Display"/>
              </a:rPr>
              <a:t>Observabilidad</a:t>
            </a:r>
            <a:endParaRPr lang="es-ES">
              <a:latin typeface="Aptos Display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62EC59-FC82-88A5-E1B9-7A7BDF235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5375" y="3602037"/>
            <a:ext cx="5762625" cy="2133599"/>
          </a:xfrm>
        </p:spPr>
        <p:txBody>
          <a:bodyPr>
            <a:normAutofit/>
          </a:bodyPr>
          <a:lstStyle/>
          <a:p>
            <a:r>
              <a:rPr lang="es-ES"/>
              <a:t>Iñigo Samuel Jiménez, Marcos Calvo, Ángel Toledo</a:t>
            </a:r>
          </a:p>
          <a:p>
            <a:pPr lvl="0"/>
            <a:r>
              <a:rPr lang="es-ES"/>
              <a:t>Fecha inicio: 20/04/2026</a:t>
            </a:r>
          </a:p>
          <a:p>
            <a:r>
              <a:rPr lang="es-ES"/>
              <a:t>Fecha fin: 04/05/2026</a:t>
            </a:r>
          </a:p>
          <a:p>
            <a:pPr lvl="0"/>
            <a:r>
              <a:rPr lang="es-ES"/>
              <a:t>Tajamar </a:t>
            </a:r>
            <a:r>
              <a:rPr lang="es-ES" err="1"/>
              <a:t>Tech</a:t>
            </a:r>
            <a:r>
              <a:rPr lang="es-ES"/>
              <a:t> / Máster IA</a:t>
            </a:r>
          </a:p>
        </p:txBody>
      </p:sp>
      <p:pic>
        <p:nvPicPr>
          <p:cNvPr id="11" name="Marcador de posición de imagen 10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BEE62217-F68E-0AC9-0A98-700A273078E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2" r="32"/>
          <a:stretch/>
        </p:blipFill>
        <p:spPr>
          <a:xfrm>
            <a:off x="1057276" y="3604616"/>
            <a:ext cx="3743325" cy="26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3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59D2665-0428-3606-B098-F7F307E966D0}"/>
              </a:ext>
            </a:extLst>
          </p:cNvPr>
          <p:cNvSpPr/>
          <p:nvPr/>
        </p:nvSpPr>
        <p:spPr>
          <a:xfrm>
            <a:off x="-1" y="0"/>
            <a:ext cx="12192000" cy="170391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C669B7-2A4E-D0E7-B157-DC6D9F79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chemeClr val="bg1"/>
                </a:solidFill>
              </a:rPr>
              <a:t>ÍNDICE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Marcador de contenido 32">
            <a:extLst>
              <a:ext uri="{FF2B5EF4-FFF2-40B4-BE49-F238E27FC236}">
                <a16:creationId xmlns:a16="http://schemas.microsoft.com/office/drawing/2014/main" id="{8415E710-7715-BA96-FB2E-D963D4D351C4}"/>
              </a:ext>
            </a:extLst>
          </p:cNvPr>
          <p:cNvSpPr>
            <a:spLocks noGrp="1"/>
          </p:cNvSpPr>
          <p:nvPr/>
        </p:nvSpPr>
        <p:spPr>
          <a:xfrm>
            <a:off x="838200" y="2077997"/>
            <a:ext cx="10515600" cy="382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s-ES"/>
              <a:t>Descripción del Sprint</a:t>
            </a:r>
          </a:p>
          <a:p>
            <a:pPr marL="514350" indent="-514350">
              <a:buAutoNum type="arabicPeriod"/>
            </a:pPr>
            <a:r>
              <a:rPr lang="es-ES"/>
              <a:t>Evidencias del Trabajo</a:t>
            </a:r>
          </a:p>
          <a:p>
            <a:pPr marL="514350" indent="-514350">
              <a:buAutoNum type="arabicPeriod"/>
            </a:pPr>
            <a:r>
              <a:rPr lang="es-ES"/>
              <a:t>Actas</a:t>
            </a:r>
          </a:p>
          <a:p>
            <a:pPr marL="514350" indent="-514350">
              <a:buAutoNum type="arabicPeriod"/>
            </a:pPr>
            <a:r>
              <a:rPr lang="es-ES"/>
              <a:t>Retrospectiva</a:t>
            </a:r>
          </a:p>
          <a:p>
            <a:pPr marL="514350" indent="-514350">
              <a:buAutoNum type="arabicPeriod"/>
            </a:pPr>
            <a:r>
              <a:rPr lang="es-ES" err="1"/>
              <a:t>Checklist</a:t>
            </a:r>
          </a:p>
        </p:txBody>
      </p:sp>
    </p:spTree>
    <p:extLst>
      <p:ext uri="{BB962C8B-B14F-4D97-AF65-F5344CB8AC3E}">
        <p14:creationId xmlns:p14="http://schemas.microsoft.com/office/powerpoint/2010/main" val="39112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5DF2-4141-526F-7126-9F783DD83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B9941-B1BE-8594-FE78-6BA52CE8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000"/>
              </a:spcBef>
            </a:pPr>
            <a:r>
              <a:rPr lang="es-ES"/>
              <a:t>D S1.  </a:t>
            </a:r>
            <a:r>
              <a:rPr lang="es-ES" sz="4500">
                <a:latin typeface="Aptos Display"/>
              </a:rPr>
              <a:t>Descripción del Sprint</a:t>
            </a:r>
            <a:endParaRPr lang="en-US" sz="4500">
              <a:latin typeface="Aptos Display"/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E24CD2C7-911F-B077-B38E-F277E1B18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065966"/>
              </p:ext>
            </p:extLst>
          </p:nvPr>
        </p:nvGraphicFramePr>
        <p:xfrm>
          <a:off x="840153" y="1826846"/>
          <a:ext cx="10515600" cy="39319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779774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5626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Funcionalidades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Implementación del motor de instrumentación base y el sistema de exportación de telemetría estándar.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9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Enunciado breve + </a:t>
                      </a:r>
                      <a:r>
                        <a:rPr lang="es-ES" err="1"/>
                        <a:t>bullets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Desarrollo del núcleo del SDK para la captura de datos y su integración con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OpenTelemetry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.</a:t>
                      </a:r>
                      <a:endParaRPr lang="es-E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Creación de decoradores automáticos para agentes Python.</a:t>
                      </a:r>
                      <a:endParaRPr lang="es-E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Configuración de exportadores nativos bajo el estándar de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OpenTelemetry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87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Entregables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SDK funcional con capacidad de 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logging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y trazas visibles en herramientas externas (ej.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Grafana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).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5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Entregables Intermedios</a:t>
                      </a:r>
                      <a:r>
                        <a:rPr lang="es-ES" baseline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Script de prueba para validación de latencia y manual técnico de integración inicial.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796488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72509B-FCB0-F89B-EDD3-8FED25F1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F8C-52CB-4516-A490-0A304EAC382A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6B37D-5C90-93ED-0119-FE1B5890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4B4696-2F93-C033-EFC7-88350501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078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660EB-BEEA-917B-70D9-8AEAEBF6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879AF-D759-55B0-9A9F-DE35A26E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D S1.  </a:t>
            </a:r>
            <a:r>
              <a:rPr lang="es-ES" sz="4500"/>
              <a:t>Descripción del Sprint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18F3252E-766F-516E-AF3D-7351982F45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865750"/>
              </p:ext>
            </p:extLst>
          </p:nvPr>
        </p:nvGraphicFramePr>
        <p:xfrm>
          <a:off x="840153" y="1826846"/>
          <a:ext cx="10515600" cy="37592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779774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5626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 b="1"/>
                        <a:t>Backlog del Sprint</a:t>
                      </a:r>
                    </a:p>
                    <a:p>
                      <a:pPr lvl="0"/>
                      <a:r>
                        <a:rPr lang="es-ES"/>
                        <a:t>Historias de usuario seleccionadas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s-ES" sz="1800" b="1" i="0" u="none" strike="noStrike" noProof="0">
                          <a:latin typeface="Aptos"/>
                        </a:rPr>
                        <a:t>HU01: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Instrumentación con Decoradores.</a:t>
                      </a:r>
                      <a:endParaRPr lang="es-E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s-ES" sz="1800" b="1" i="0" u="none" strike="noStrike" noProof="0">
                          <a:latin typeface="Aptos"/>
                        </a:rPr>
                        <a:t>HU03: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Soporte Nativo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OpenTelemetry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3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/>
                        <a:t>Prioridad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Alta (HU01 Alta + HU03 Media)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098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ES"/>
                        <a:t>Esfuerzo estimado  </a:t>
                      </a:r>
                      <a:r>
                        <a:rPr lang="es-ES" sz="1800"/>
                        <a:t>(X</a:t>
                      </a:r>
                      <a:r>
                        <a:rPr lang="pt-BR" sz="18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S, S, M, L, XL</a:t>
                      </a:r>
                      <a:r>
                        <a:rPr lang="es-ES" sz="18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s-ES" sz="135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cómo las camisetas</a:t>
                      </a:r>
                      <a:endParaRPr lang="es-ES" sz="135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1" i="0" u="none" strike="noStrike" noProof="0">
                          <a:latin typeface="Aptos"/>
                        </a:rPr>
                        <a:t>L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(Debido a la complejidad de mantener un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overhead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&lt;5% y la integración técnica de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OTel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)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Fechas de inicio y 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20/04/2026 - 04/05/2026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8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Tareas clave por persona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s-ES" sz="1800" b="1" i="0" u="none" strike="noStrike" noProof="0">
                          <a:latin typeface="Aptos"/>
                        </a:rPr>
                        <a:t>Ángel: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Desarrollo de decoradores y lógica de captura.</a:t>
                      </a:r>
                      <a:endParaRPr lang="es-E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s-ES" sz="1800" b="1" i="0" u="none" strike="noStrike" noProof="0">
                          <a:latin typeface="Aptos"/>
                        </a:rPr>
                        <a:t>Íñigo: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Implementación del exportador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OpenTelemetry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y métricas.</a:t>
                      </a:r>
                      <a:endParaRPr lang="es-E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s-ES" sz="1800" b="1" i="0" u="none" strike="noStrike" noProof="0">
                          <a:latin typeface="Aptos"/>
                        </a:rPr>
                        <a:t>Marcos: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Pruebas de carga y validación de latencia.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64353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996513-CC23-0772-67DF-6EB060D8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F8C-52CB-4516-A490-0A304EAC382A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EDB4E5-21B3-375D-E12D-DC89C307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1E33C9-7E5A-A7E9-E4F9-DD191852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265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EF548-500E-AB70-D58A-50C22F5C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2C7A8-BB65-1E55-DEAF-9F6FBA29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D S1.  </a:t>
            </a:r>
            <a:r>
              <a:rPr lang="es-ES" sz="4500"/>
              <a:t>Descripción del Sprint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EF3A6DCA-4469-1591-AB9C-803D15439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799505"/>
              </p:ext>
            </p:extLst>
          </p:nvPr>
        </p:nvGraphicFramePr>
        <p:xfrm>
          <a:off x="840153" y="1826846"/>
          <a:ext cx="10515600" cy="21031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779774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5626097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ES"/>
                        <a:t>Herramientas y recursos que se van a usar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Python, OpenTelemetry SDK, FastAPI y Grafana para visualización.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78456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Lo qué se espera mostrar al final del sprint:</a:t>
                      </a:r>
                    </a:p>
                    <a:p>
                      <a:pPr lvl="0">
                        <a:buNone/>
                      </a:pPr>
                      <a:r>
                        <a:rPr lang="es-ES"/>
                        <a:t>[demo funcional, maqueta, simulación o  informe corto]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Aptos"/>
                        </a:rPr>
                        <a:t>Demo funcional donde un agente instrumentado envía sus pensamientos y decisiones a un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dashboard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de </a:t>
                      </a:r>
                      <a:r>
                        <a:rPr lang="es-ES" sz="1800" b="0" i="0" u="none" strike="noStrike" noProof="0" err="1">
                          <a:latin typeface="Aptos"/>
                        </a:rPr>
                        <a:t>Grafana</a:t>
                      </a:r>
                      <a:r>
                        <a:rPr lang="es-ES" sz="1800" b="0" i="0" u="none" strike="noStrike" noProof="0">
                          <a:latin typeface="Aptos"/>
                        </a:rPr>
                        <a:t> en tiempo real, demostrando un impacto mínimo en el rendimiento.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4082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86471-F55A-455E-C7CD-FB099960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F8C-52CB-4516-A490-0A304EAC382A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64CFE3-1582-8F5A-7AE0-E21D242F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9C086C-FD82-C2B7-C5BA-5BB7DBAC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4549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C70E6-F615-8E60-4641-3500ED1E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B1EDB-8E58-80E9-5B09-44B24227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/>
              <a:t>D S2. Evidencias del Trabajo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EBE4DA07-21DD-8B6F-31C9-79A3B4A58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193344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271065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59490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Fecha punto de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20/04/2026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99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Asistentes al punto de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Daniel Andrés, Íñigo, Marcos, Ángel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65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Situación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Redacción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39645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837297-8751-08AB-541A-5952075F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726BD-6557-4867-8F80-1F0ED77A313D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4FA6BB-F8A7-5BD0-7BA8-C26FBACD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51FA7D-6F4E-A6FD-4D4D-12793D30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511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E62D6-C935-540B-C0C5-833F96DC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1DB7C-D067-16E9-8776-3CEC62F0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/>
              <a:t>D S2. Evidencias del Trabajo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338BE15-D6C1-E673-9546-6986A68936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114320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271065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59490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Fecha punto de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27/04/2026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99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Asistentes al punto de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Daniel Andrés, Íñigo, Marcos, Ángel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65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Situación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Checkpoint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39645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6E37C5-0D86-7CEF-661C-F3CC35D7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726BD-6557-4867-8F80-1F0ED77A313D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417D7B-965B-8E1D-C920-8C7362EBA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4C8BA2-591D-1A87-838A-BA9740FB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497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6F30-3DC9-871B-250E-F5E936AF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CDC3C-C078-3972-F6DA-B4EF6C66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 S3. Acta: Redacción del Sprint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46E28C8E-9A09-EEEC-56A1-452C4D84C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489914"/>
              </p:ext>
            </p:extLst>
          </p:nvPr>
        </p:nvGraphicFramePr>
        <p:xfrm>
          <a:off x="838200" y="1688042"/>
          <a:ext cx="10515600" cy="212894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582280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41299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Celebrada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20/04/2026 18:30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8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Madrid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08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Asistentes por la 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Daniel Andrés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15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Asistentes equipo de desarrollo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Íñigo, Marcos, Ángel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478798"/>
                  </a:ext>
                </a:extLst>
              </a:tr>
              <a:tr h="645582">
                <a:tc>
                  <a:txBody>
                    <a:bodyPr/>
                    <a:lstStyle/>
                    <a:p>
                      <a:r>
                        <a:rPr lang="es-ES"/>
                        <a:t>Resumen de lo hablado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Subir los documentos al repositorio de </a:t>
                      </a:r>
                      <a:r>
                        <a:rPr lang="es-ES" err="1"/>
                        <a:t>Github</a:t>
                      </a:r>
                      <a:r>
                        <a:rPr lang="es-ES"/>
                        <a:t> y comenzar con la organización del Sprint.</a:t>
                      </a:r>
                      <a:endParaRPr lang="es-E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036726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696385-ECC7-B487-CE9A-A2A5B13F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F5027-4F4D-48F0-8572-2F0E7E88166A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44CD63-6837-4D04-4F86-405B8E91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026E5A-E36F-1854-75DF-90E6530A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8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F1F9FAF-C52C-1BCC-136B-8B7E078A66DE}"/>
              </a:ext>
            </a:extLst>
          </p:cNvPr>
          <p:cNvSpPr txBox="1"/>
          <p:nvPr/>
        </p:nvSpPr>
        <p:spPr>
          <a:xfrm>
            <a:off x="836084" y="3947583"/>
            <a:ext cx="27834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Siguientes Pasos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C8525C32-36EC-9F31-08D3-C4F85D0E8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928590"/>
              </p:ext>
            </p:extLst>
          </p:nvPr>
        </p:nvGraphicFramePr>
        <p:xfrm>
          <a:off x="838200" y="4318017"/>
          <a:ext cx="10515600" cy="175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457499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4507665"/>
                    </a:ext>
                  </a:extLst>
                </a:gridCol>
              </a:tblGrid>
              <a:tr h="370408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Realizar el Diagrama de Gantt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Marcos, 20/04/2026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768848"/>
                  </a:ext>
                </a:extLst>
              </a:tr>
              <a:tr h="370408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Finalizar la presentación del Sprint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Ángel, 20/04/2026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5633"/>
                  </a:ext>
                </a:extLst>
              </a:tr>
              <a:tr h="370408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Hacer el Repositorio de Github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Íñigo, 20/04/2026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033833"/>
                  </a:ext>
                </a:extLst>
              </a:tr>
              <a:tr h="64557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Comenzar las tareas del Sprint (Diapositiva 4)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Ángel, Íñigo y Marcos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755"/>
                        </a:lnSpc>
                        <a:buNone/>
                      </a:pPr>
                      <a:r>
                        <a:rPr lang="es-E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21/04/2026 - 04/05/2026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82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08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3DC6A-9645-26D0-4167-6A6C6F07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F50D1-F9E4-3394-598E-1A2641D2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 S3. Acta: </a:t>
            </a:r>
            <a:r>
              <a:rPr lang="es-ES" err="1"/>
              <a:t>Checkpoint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72A4254-81DD-30DD-A307-5EDD3960A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648868"/>
              </p:ext>
            </p:extLst>
          </p:nvPr>
        </p:nvGraphicFramePr>
        <p:xfrm>
          <a:off x="838200" y="1688042"/>
          <a:ext cx="10515600" cy="212894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582280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41299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Celebrada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27/04/2026 18:30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8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Madrid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08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Asistentes por la 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Daniel Andrés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15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Asistentes equipo de desarrollo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Íñigo, Marcos, Ángel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478798"/>
                  </a:ext>
                </a:extLst>
              </a:tr>
              <a:tr h="645582">
                <a:tc>
                  <a:txBody>
                    <a:bodyPr/>
                    <a:lstStyle/>
                    <a:p>
                      <a:r>
                        <a:rPr lang="es-ES"/>
                        <a:t>Resumen de lo hablado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036726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65F209-CA9A-335C-E9D3-6B4AD48F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F5027-4F4D-48F0-8572-2F0E7E88166A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AC5DAC-7E3E-597D-9CDF-7107639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1DA659-918D-74FD-E6AF-FC991643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9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59654A-474A-AC15-7DC3-8159BF551F0F}"/>
              </a:ext>
            </a:extLst>
          </p:cNvPr>
          <p:cNvSpPr txBox="1"/>
          <p:nvPr/>
        </p:nvSpPr>
        <p:spPr>
          <a:xfrm>
            <a:off x="836084" y="3947583"/>
            <a:ext cx="27834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Siguientes Pasos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5E5A897-0146-0DC0-7D32-98AC2784F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325118"/>
              </p:ext>
            </p:extLst>
          </p:nvPr>
        </p:nvGraphicFramePr>
        <p:xfrm>
          <a:off x="838200" y="4318017"/>
          <a:ext cx="10515600" cy="175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457499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4507665"/>
                    </a:ext>
                  </a:extLst>
                </a:gridCol>
              </a:tblGrid>
              <a:tr h="370408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endParaRPr lang="es-ES" sz="18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755"/>
                        </a:lnSpc>
                        <a:buNone/>
                      </a:pPr>
                      <a:endParaRPr lang="es-ES" sz="1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4065" marR="74065" marT="37033" marB="37033">
                    <a:lnL w="10287">
                      <a:solidFill>
                        <a:srgbClr val="FFFFFF"/>
                      </a:solidFill>
                    </a:lnL>
                    <a:lnR w="10287">
                      <a:solidFill>
                        <a:srgbClr val="FFFFFF"/>
                      </a:solidFill>
                    </a:lnR>
                    <a:lnT w="10287">
                      <a:solidFill>
                        <a:srgbClr val="FFFFFF"/>
                      </a:solidFill>
                    </a:lnT>
                    <a:lnB w="10287">
                      <a:solidFill>
                        <a:srgbClr val="FFFFFF"/>
                      </a:solidFill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768848"/>
                  </a:ext>
                </a:extLst>
              </a:tr>
              <a:tr h="370408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endParaRPr lang="es-ES" sz="18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755"/>
                        </a:lnSpc>
                        <a:buNone/>
                      </a:pPr>
                      <a:endParaRPr lang="es-ES" sz="1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4065" marR="74065" marT="37033" marB="37033">
                    <a:lnL w="10287">
                      <a:solidFill>
                        <a:srgbClr val="FFFFFF"/>
                      </a:solidFill>
                    </a:lnL>
                    <a:lnR w="10287">
                      <a:solidFill>
                        <a:srgbClr val="FFFFFF"/>
                      </a:solidFill>
                    </a:lnR>
                    <a:lnT w="10287">
                      <a:solidFill>
                        <a:srgbClr val="FFFFFF"/>
                      </a:solidFill>
                    </a:lnT>
                    <a:lnB w="10287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5633"/>
                  </a:ext>
                </a:extLst>
              </a:tr>
              <a:tr h="370408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endParaRPr lang="es-ES" sz="18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755"/>
                        </a:lnSpc>
                        <a:buNone/>
                      </a:pPr>
                      <a:endParaRPr lang="es-ES" sz="1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4065" marR="74065" marT="37033" marB="37033">
                    <a:lnL w="10287">
                      <a:solidFill>
                        <a:srgbClr val="FFFFFF"/>
                      </a:solidFill>
                    </a:lnL>
                    <a:lnR w="10287">
                      <a:solidFill>
                        <a:srgbClr val="FFFFFF"/>
                      </a:solidFill>
                    </a:lnR>
                    <a:lnT w="10287">
                      <a:solidFill>
                        <a:srgbClr val="FFFFFF"/>
                      </a:solidFill>
                    </a:lnT>
                    <a:lnB w="10287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033833"/>
                  </a:ext>
                </a:extLst>
              </a:tr>
              <a:tr h="64557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1755"/>
                        </a:lnSpc>
                        <a:buNone/>
                      </a:pPr>
                      <a:endParaRPr lang="es-ES" sz="1800" b="1" i="0" u="none" strike="noStrike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74066" marR="74066" marT="37033" marB="37033">
                    <a:lnL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755"/>
                        </a:lnSpc>
                        <a:buNone/>
                      </a:pPr>
                      <a:endParaRPr lang="es-ES" sz="1800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74065" marR="74065" marT="37033" marB="37033">
                    <a:lnL w="10287">
                      <a:solidFill>
                        <a:srgbClr val="FFFFFF"/>
                      </a:solidFill>
                    </a:lnL>
                    <a:lnR w="10287">
                      <a:solidFill>
                        <a:srgbClr val="FFFFFF"/>
                      </a:solidFill>
                    </a:lnR>
                    <a:lnT w="10287">
                      <a:solidFill>
                        <a:srgbClr val="FFFFFF"/>
                      </a:solidFill>
                    </a:lnT>
                    <a:lnB w="10287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82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34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426A-7AE7-0879-11B7-3C79963E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1A526-E7CA-5FF8-66CB-2831F8E0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D S4. Retrospectiva</a:t>
            </a:r>
            <a:endParaRPr lang="es-ES" sz="450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F5E6A0EB-7735-C57C-1044-D8235CB85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62212"/>
              </p:ext>
            </p:extLst>
          </p:nvPr>
        </p:nvGraphicFramePr>
        <p:xfrm>
          <a:off x="838200" y="1825625"/>
          <a:ext cx="10515600" cy="3408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682380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45993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Sprint precedente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 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016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Siguiente 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Sprint 2 (</a:t>
                      </a: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Seguridad y Gobernanza</a:t>
                      </a:r>
                      <a:r>
                        <a:rPr lang="es-E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60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Relación y descripción sucinta de lo que se entrega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04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Donde encontrarlo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60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Lo qué fue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45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Lo qué se podría mejorar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43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Lo qué se hará diferente en el siguiente sprint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/>
                        <a:t>Cambios de rumbo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/>
                        <a:t>Redefiniciones, aprendizajes clave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077275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7E96DA-8321-AB68-B611-195FDE05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4BAE-C6AC-4011-B771-41B30BD4625D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3B3BF2-300B-54CE-850C-B8418488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64CC36-6E63-5C24-8CEE-E4FE884B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0757-E6BA-48CB-8B45-03959FBAD8A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094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A4FA-1282-2BC9-B48F-B7692B6C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4648E-1C6F-8D05-9947-9BDDA87D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D S5. </a:t>
            </a:r>
            <a:r>
              <a:rPr lang="es-ES" err="1"/>
              <a:t>Checklist</a:t>
            </a:r>
            <a:r>
              <a:rPr lang="es-ES"/>
              <a:t> obligatorio para considerar una historia terminada: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62BA6AB8-3042-CF95-8C2F-18059454EA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852296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91306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Historia, Sprint o </a:t>
                      </a:r>
                      <a:r>
                        <a:rPr lang="es-ES" err="1"/>
                        <a:t>Sprints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3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Código implementado (sí, dónde?)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64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Revisión por pares realizada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33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 err="1"/>
                        <a:t>Tests</a:t>
                      </a:r>
                      <a:r>
                        <a:rPr lang="es-ES"/>
                        <a:t> unitarios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422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 err="1"/>
                        <a:t>Tests</a:t>
                      </a:r>
                      <a:r>
                        <a:rPr lang="es-ES"/>
                        <a:t> de integración superados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58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Documentación actualizada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95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s-ES"/>
                        <a:t>Desplegado en entorno de 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70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/>
                        <a:t>Validado por </a:t>
                      </a:r>
                      <a:r>
                        <a:rPr lang="es-ES" err="1"/>
                        <a:t>Product</a:t>
                      </a:r>
                      <a:r>
                        <a:rPr lang="es-ES"/>
                        <a:t> </a:t>
                      </a:r>
                      <a:r>
                        <a:rPr lang="es-ES" err="1"/>
                        <a:t>Owner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003151"/>
                  </a:ext>
                </a:extLst>
              </a:tr>
            </a:tbl>
          </a:graphicData>
        </a:graphic>
      </p:graphicFrame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6CB3AB-6838-8331-F8F7-4D64D02AE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E3BD-2533-4BC6-B745-A83360228D59}" type="datetime2">
              <a:rPr lang="es-ES" smtClean="0"/>
              <a:t>lunes, 20 de abril de 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80C1E3-815C-6AF2-7FD1-D27830A6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Aliando - Argox - Product Backlog - 2025 2026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6F5309-6E99-EEAA-0950-B84C6970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AB2F-0430-4028-AC03-61B925D765B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331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EE09BC0B1287D44ADC5A6A0CC00ACB2" ma:contentTypeVersion="9" ma:contentTypeDescription="Crear nuevo documento." ma:contentTypeScope="" ma:versionID="b90ab7123b256e441e3af760f5d6dfbb">
  <xsd:schema xmlns:xsd="http://www.w3.org/2001/XMLSchema" xmlns:xs="http://www.w3.org/2001/XMLSchema" xmlns:p="http://schemas.microsoft.com/office/2006/metadata/properties" xmlns:ns2="5ecade87-bc7a-4916-8354-360d4619c9c3" targetNamespace="http://schemas.microsoft.com/office/2006/metadata/properties" ma:root="true" ma:fieldsID="68f293af3bbf13530b254804b25886ab" ns2:_="">
    <xsd:import namespace="5ecade87-bc7a-4916-8354-360d4619c9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ade87-bc7a-4916-8354-360d4619c9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da1f5335-b09a-4a83-a63e-967bd6a3f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cade87-bc7a-4916-8354-360d4619c9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AF25007-5BBB-44A3-ABC3-7315B9615033}">
  <ds:schemaRefs>
    <ds:schemaRef ds:uri="5ecade87-bc7a-4916-8354-360d4619c9c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09EF246-BEBC-4166-8BBD-26A5420120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5CB0FC-30A2-4EC7-B0A5-952381DFC853}">
  <ds:schemaRefs>
    <ds:schemaRef ds:uri="5ecade87-bc7a-4916-8354-360d4619c9c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Tema de Office</vt:lpstr>
      <vt:lpstr>Argox PB Sprint 1 – Core y Observabilidad</vt:lpstr>
      <vt:lpstr>ÍNDICE</vt:lpstr>
      <vt:lpstr>D S1.  Descripción del Sprint</vt:lpstr>
      <vt:lpstr>D S1.  Descripción del Sprint</vt:lpstr>
      <vt:lpstr>D S1.  Descripción del Sprint</vt:lpstr>
      <vt:lpstr>D S2. Evidencias del Trabajo</vt:lpstr>
      <vt:lpstr>D S2. Evidencias del Trabajo</vt:lpstr>
      <vt:lpstr>D S3. Acta: Redacción del Sprint</vt:lpstr>
      <vt:lpstr>D S3. Acta: Checkpoint</vt:lpstr>
      <vt:lpstr>D S4. Retrospectiva</vt:lpstr>
      <vt:lpstr>D S5. Checklist obligatorio para considerar una historia terminada: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2026-04-13T15:41:29Z</dcterms:created>
  <dcterms:modified xsi:type="dcterms:W3CDTF">2026-04-20T17:29:51Z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0x0101007EE09BC0B1287D44ADC5A6A0CC00ACB2</vt:lpwstr>
  </property>
  <property fmtid="{D5CDD505-2E9C-101B-9397-08002B2CF9AE}" pid="3" name="MediaServiceImageTags">
    <vt:lpwstr/>
  </property>
</Properties>
</file>